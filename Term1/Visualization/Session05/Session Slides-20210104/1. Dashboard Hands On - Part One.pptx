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65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66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3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CDF49-EF8B-CB45-9648-99EEC4DFAF3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1B10D-6583-454C-B659-1349F4432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7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15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55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32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07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34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55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50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98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05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3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04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94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36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5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43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32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81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508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431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9E6D-DFC3-244D-8336-C5E6B2694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1964B-D1B1-A04D-A8C6-8913209D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AEAB6-4ECE-8444-9D4E-7B7D1CE3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3BA9-B9D6-354D-99A6-2B436B45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6A654-445A-E74F-8F04-9552D664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5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0053-D77A-0647-BC00-ED2D3BBB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8846-9083-A54E-9A85-85CBE70A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1F52D-D9B3-1844-AF5F-E06ADB901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5F212-B091-E347-A443-03C5843D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4ABF-4DE5-FF46-A2B3-00B292F7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4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760D-F822-6F41-B6CD-BDB6FDF9B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A303-84B4-5D4C-A21B-AF3417847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BD6DB-21AC-4F49-9E5D-4A8CD9A4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B912D-E6D4-3E43-8BD8-67879EB4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83040-CF4F-CF40-A349-11FA4340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79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F55E-E05F-9E45-970F-39F530DF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6607-0F1B-DE4E-826B-9A8EFCA29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71B86-971F-F946-B1B1-6A7384436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08079-1CE7-1B4E-A24F-5D57E22FD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6E135-B797-ED4D-B669-732FF8ED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1B2B0-E11B-2442-9628-D45C5D4A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9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73C90-5F00-204F-A977-5EE8AA42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121CB-7F9D-FF48-85F7-8EDFAA07C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3DCFE-922A-FA49-AB8A-518AEF469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AA89E-9573-4945-B458-F2F720CB9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84EF7-037D-AA42-8BD0-D70912E31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60CBA-8F4C-E743-A6DF-BBFB4F99C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9EC19-00B4-0E48-9BEE-654F4C69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26EE9-772D-A947-9C7A-D20BA5D2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9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362C-7683-344A-9019-B0A4E7D5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A1C8B-EB9C-8B49-A5F1-CC9C136E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3C5E4-67BD-844C-82AB-251C039AD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ED386-4DD9-9644-9B20-8B80DC65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1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91985E-1CC6-D04D-BF77-35A6B70FD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8298D-7052-7F4B-AB7A-9636DC29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B8C1-FB02-9344-BDE5-A34B818E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F00A-6442-E74C-ADE8-A5CE6BD1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65C4-749A-9E41-8F30-46437B55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B529C-996B-8248-B38A-F78036294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07372-92BE-194C-86E4-9E374C8E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8592B-1D84-DA40-AEE5-84F4CE5F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583F3-6AA6-2B42-A5FC-945FB3D96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3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3F4B-D229-F348-AD18-52902D4AD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6B807-04EE-7B48-B5CF-F1A365C0C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A2094-5CAC-B341-9982-8DFA30317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4CA46-86E7-5445-A648-A537C083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9E915-B4A7-1C4F-8102-65063EB4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EA20A-7CAC-5845-8BEC-9BAB39B9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4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6AC9-F4E3-A448-9CA7-39688C32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D8903-0446-4542-A0DE-4734C73AF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D4AB0-2D08-6E48-A620-EA51E2D4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CA670-6781-5E41-A1D0-4865DD55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BA34-764A-434A-912F-F4043C3C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5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80E33-FB86-2445-8E28-679C4A209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CF915-48F4-854B-83E3-A4D91C42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0AE49-C024-B349-BB3E-F10D67AC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8DD63-95C0-1043-98F4-AFC36A15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74D16-EA52-CB4D-B2ED-FC5B7135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4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8CD69-D99E-EE48-A0EF-FE843D14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7196D-2197-D04E-B405-BF5E01FC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1706A-B5C7-4446-B4F0-7071FB692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FBDFA-E975-BA41-97CF-2D3CCDC72ED4}" type="datetimeFigureOut">
              <a:rPr lang="en-US" smtClean="0"/>
              <a:t>5/15/20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C4DA8-A9CD-CC48-9DEC-7D6672D8A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9055-AAE2-894A-AB4D-7B203B23F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73A6E-90E4-384A-94CD-D1E663DBC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Dashboard Introductory Hands-On Exercise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185654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you start on a dashboard, you must know the purpose and audience.</a:t>
            </a:r>
          </a:p>
          <a:p>
            <a:pPr lvl="1"/>
            <a:r>
              <a:rPr lang="en-US" dirty="0"/>
              <a:t>This will drive the type of dashboard that you build.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We will now do a “basic” hands on for an executive dashboard. </a:t>
            </a:r>
          </a:p>
        </p:txBody>
      </p:sp>
    </p:spTree>
    <p:extLst>
      <p:ext uri="{BB962C8B-B14F-4D97-AF65-F5344CB8AC3E}">
        <p14:creationId xmlns:p14="http://schemas.microsoft.com/office/powerpoint/2010/main" val="351034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the </a:t>
            </a:r>
            <a:r>
              <a:rPr lang="en-US"/>
              <a:t>workbook </a:t>
            </a:r>
            <a:r>
              <a:rPr lang="en-US" b="1" i="1"/>
              <a:t>Basic </a:t>
            </a:r>
            <a:r>
              <a:rPr lang="en-US" b="1" i="1" dirty="0"/>
              <a:t>Dashboard – Start </a:t>
            </a:r>
            <a:r>
              <a:rPr lang="en-US" b="1" i="1" dirty="0" err="1"/>
              <a:t>Point.twbx</a:t>
            </a:r>
            <a:endParaRPr lang="en-US" b="1" i="1" dirty="0"/>
          </a:p>
          <a:p>
            <a:endParaRPr lang="en-US" dirty="0"/>
          </a:p>
          <a:p>
            <a:pPr lvl="1"/>
            <a:r>
              <a:rPr lang="en-US" dirty="0"/>
              <a:t>Take a few moments to look at the graphs.</a:t>
            </a:r>
          </a:p>
          <a:p>
            <a:pPr lvl="2"/>
            <a:r>
              <a:rPr lang="en-US" dirty="0"/>
              <a:t>All (except the first) are incomplete.</a:t>
            </a:r>
          </a:p>
          <a:p>
            <a:pPr lvl="2"/>
            <a:r>
              <a:rPr lang="en-US" dirty="0"/>
              <a:t>Some are more incomplete than others</a:t>
            </a:r>
          </a:p>
        </p:txBody>
      </p:sp>
    </p:spTree>
    <p:extLst>
      <p:ext uri="{BB962C8B-B14F-4D97-AF65-F5344CB8AC3E}">
        <p14:creationId xmlns:p14="http://schemas.microsoft.com/office/powerpoint/2010/main" val="299559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First, we’ll need to make a couple of the graphs more complete.</a:t>
            </a:r>
          </a:p>
          <a:p>
            <a:pPr lvl="1"/>
            <a:r>
              <a:rPr lang="en-US" dirty="0"/>
              <a:t>For the Top 5 and Bottom 5 graphs, filter them so that they show the appropriate data. </a:t>
            </a:r>
          </a:p>
          <a:p>
            <a:pPr lvl="1"/>
            <a:r>
              <a:rPr lang="en-US" dirty="0"/>
              <a:t>Add a filter, and use the functionality of the filter to display either the top 5 or bottom 5 by profit.</a:t>
            </a:r>
          </a:p>
          <a:p>
            <a:pPr lvl="1"/>
            <a:r>
              <a:rPr lang="en-US" dirty="0"/>
              <a:t>HINT: The filter pill that you need is NOT the profit pill.</a:t>
            </a:r>
          </a:p>
          <a:p>
            <a:pPr lvl="1"/>
            <a:r>
              <a:rPr lang="en-US" u="sng" dirty="0"/>
              <a:t>Sort</a:t>
            </a:r>
            <a:r>
              <a:rPr lang="en-US" dirty="0"/>
              <a:t> the results appropriately.</a:t>
            </a:r>
          </a:p>
          <a:p>
            <a:pPr lvl="1"/>
            <a:r>
              <a:rPr lang="en-US" u="sng" dirty="0"/>
              <a:t>(</a:t>
            </a:r>
            <a:r>
              <a:rPr lang="en-US" dirty="0"/>
              <a:t>These are not completed yet)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870306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3910910"/>
            <a:ext cx="8394700" cy="2260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127000"/>
            <a:ext cx="58293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75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we will create the dashboard.</a:t>
            </a:r>
          </a:p>
          <a:p>
            <a:r>
              <a:rPr lang="en-US" dirty="0"/>
              <a:t>Create a new dashboard and add all of the screens, as shown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74192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0"/>
            <a:ext cx="7826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37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some issues with the way some of the data is being visualized. </a:t>
            </a:r>
          </a:p>
          <a:p>
            <a:pPr lvl="1"/>
            <a:r>
              <a:rPr lang="en-US" dirty="0"/>
              <a:t>Let’s look at some of the biggest issues…</a:t>
            </a:r>
          </a:p>
        </p:txBody>
      </p:sp>
    </p:spTree>
    <p:extLst>
      <p:ext uri="{BB962C8B-B14F-4D97-AF65-F5344CB8AC3E}">
        <p14:creationId xmlns:p14="http://schemas.microsoft.com/office/powerpoint/2010/main" val="405390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0"/>
            <a:ext cx="7826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16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selected issues </a:t>
            </a:r>
          </a:p>
          <a:p>
            <a:pPr lvl="1"/>
            <a:r>
              <a:rPr lang="en-US" dirty="0"/>
              <a:t>Trend is too detailed (need to smooth in an appropriate fashion)</a:t>
            </a:r>
          </a:p>
          <a:p>
            <a:pPr lvl="1"/>
            <a:r>
              <a:rPr lang="en-US" dirty="0"/>
              <a:t>Top 5 and Top 10 are same color, different directions, scales are inconsistent.</a:t>
            </a:r>
          </a:p>
          <a:p>
            <a:pPr lvl="1"/>
            <a:r>
              <a:rPr lang="en-US" dirty="0"/>
              <a:t>Date range displayed (all data) is most likely not needed for main dashboard view.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Let’s fix these.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 issues (selected) - fixes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Smooth the trend chart by displaying data by week.</a:t>
            </a:r>
          </a:p>
          <a:p>
            <a:pPr lvl="1"/>
            <a:r>
              <a:rPr lang="en-US" dirty="0"/>
              <a:t>Make the bottom 5 display as red.</a:t>
            </a:r>
          </a:p>
          <a:p>
            <a:pPr lvl="1"/>
            <a:r>
              <a:rPr lang="en-US" dirty="0"/>
              <a:t>Reverse the scale of the bottom 5</a:t>
            </a:r>
          </a:p>
          <a:p>
            <a:pPr lvl="1"/>
            <a:r>
              <a:rPr lang="en-US" dirty="0"/>
              <a:t>Make the scales consistent on the top 5 and bottom 5</a:t>
            </a:r>
          </a:p>
        </p:txBody>
      </p:sp>
    </p:spTree>
    <p:extLst>
      <p:ext uri="{BB962C8B-B14F-4D97-AF65-F5344CB8AC3E}">
        <p14:creationId xmlns:p14="http://schemas.microsoft.com/office/powerpoint/2010/main" val="495085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1" y="0"/>
            <a:ext cx="8231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49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 issues (selected) - fixes</a:t>
            </a:r>
          </a:p>
          <a:p>
            <a:pPr lvl="1"/>
            <a:r>
              <a:rPr lang="en-US" dirty="0"/>
              <a:t>Add a quick filter to the dashboard that allows for the dashboard to display relative dates (using Order Date)</a:t>
            </a:r>
          </a:p>
          <a:p>
            <a:pPr lvl="1"/>
            <a:r>
              <a:rPr lang="en-US" dirty="0"/>
              <a:t>Make sure that all of the worksheets are affected by the Quick Filter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(This is still not right, but we need to do this in steps)</a:t>
            </a:r>
          </a:p>
        </p:txBody>
      </p:sp>
    </p:spTree>
    <p:extLst>
      <p:ext uri="{BB962C8B-B14F-4D97-AF65-F5344CB8AC3E}">
        <p14:creationId xmlns:p14="http://schemas.microsoft.com/office/powerpoint/2010/main" val="2674464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1" y="0"/>
            <a:ext cx="81004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still issues.</a:t>
            </a:r>
          </a:p>
          <a:p>
            <a:pPr lvl="1"/>
            <a:r>
              <a:rPr lang="en-US" dirty="0"/>
              <a:t>What are the issues that still remain?</a:t>
            </a:r>
          </a:p>
          <a:p>
            <a:pPr lvl="1"/>
            <a:r>
              <a:rPr lang="en-US" dirty="0"/>
              <a:t>The order date filter doesn’t seem to be working quite right</a:t>
            </a:r>
          </a:p>
          <a:p>
            <a:pPr lvl="1"/>
            <a:r>
              <a:rPr lang="en-US" dirty="0"/>
              <a:t>There are still clickable things in the dashboard that don’t affect the entire dashboard.</a:t>
            </a:r>
          </a:p>
          <a:p>
            <a:pPr lvl="1"/>
            <a:r>
              <a:rPr lang="en-US" dirty="0"/>
              <a:t>There is missing detail.</a:t>
            </a:r>
          </a:p>
        </p:txBody>
      </p:sp>
    </p:spTree>
    <p:extLst>
      <p:ext uri="{BB962C8B-B14F-4D97-AF65-F5344CB8AC3E}">
        <p14:creationId xmlns:p14="http://schemas.microsoft.com/office/powerpoint/2010/main" val="2762207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building a dashboard, the relationships between the various elements must be fully explored. </a:t>
            </a:r>
          </a:p>
          <a:p>
            <a:r>
              <a:rPr lang="en-US" dirty="0"/>
              <a:t>When building a dashboard, you need to be aware of its affordances.</a:t>
            </a:r>
          </a:p>
        </p:txBody>
      </p:sp>
    </p:spTree>
    <p:extLst>
      <p:ext uri="{BB962C8B-B14F-4D97-AF65-F5344CB8AC3E}">
        <p14:creationId xmlns:p14="http://schemas.microsoft.com/office/powerpoint/2010/main" val="2582219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Affordance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key theory of perception</a:t>
            </a:r>
          </a:p>
          <a:p>
            <a:r>
              <a:rPr lang="en-US" dirty="0"/>
              <a:t>Objects, whether physical or digital provide hints as to their properties.</a:t>
            </a:r>
          </a:p>
          <a:p>
            <a:r>
              <a:rPr lang="en-US" dirty="0"/>
              <a:t>Based upon your experience, you perceive those properties to “afford” action</a:t>
            </a:r>
          </a:p>
          <a:p>
            <a:pPr lvl="1"/>
            <a:r>
              <a:rPr lang="en-US" dirty="0"/>
              <a:t>Ball – “</a:t>
            </a:r>
            <a:r>
              <a:rPr lang="en-US" dirty="0" err="1"/>
              <a:t>graspability</a:t>
            </a:r>
            <a:r>
              <a:rPr lang="en-US" dirty="0"/>
              <a:t>”, “</a:t>
            </a:r>
            <a:r>
              <a:rPr lang="en-US" dirty="0" err="1"/>
              <a:t>throwability</a:t>
            </a:r>
            <a:r>
              <a:rPr lang="en-US" dirty="0"/>
              <a:t>”.</a:t>
            </a:r>
          </a:p>
          <a:p>
            <a:pPr lvl="1"/>
            <a:r>
              <a:rPr lang="en-US" dirty="0"/>
              <a:t>Hammer – “</a:t>
            </a:r>
            <a:r>
              <a:rPr lang="en-US" dirty="0" err="1"/>
              <a:t>graspability</a:t>
            </a:r>
            <a:r>
              <a:rPr lang="en-US" dirty="0"/>
              <a:t>”, “</a:t>
            </a:r>
            <a:r>
              <a:rPr lang="en-US" dirty="0" err="1"/>
              <a:t>strikability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Chair – “</a:t>
            </a:r>
            <a:r>
              <a:rPr lang="en-US" dirty="0" err="1"/>
              <a:t>sitability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4815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Affordance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Affordances are a categorization mechanism</a:t>
            </a:r>
          </a:p>
          <a:p>
            <a:r>
              <a:rPr lang="en-US" dirty="0"/>
              <a:t>Your experience trains you that chairs hold you when you sit – you do not need to test whether this is true for every new chair you see</a:t>
            </a:r>
          </a:p>
          <a:p>
            <a:pPr lvl="1"/>
            <a:r>
              <a:rPr lang="en-US" dirty="0"/>
              <a:t>(Unless you’re REALLY heavy).</a:t>
            </a:r>
          </a:p>
          <a:p>
            <a:r>
              <a:rPr lang="en-US" dirty="0"/>
              <a:t>Digital dashboards are the same</a:t>
            </a:r>
          </a:p>
        </p:txBody>
      </p:sp>
    </p:spTree>
    <p:extLst>
      <p:ext uri="{BB962C8B-B14F-4D97-AF65-F5344CB8AC3E}">
        <p14:creationId xmlns:p14="http://schemas.microsoft.com/office/powerpoint/2010/main" val="683879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Affordance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elements of a dashboard tend to afford “</a:t>
            </a:r>
            <a:r>
              <a:rPr lang="en-US" dirty="0" err="1"/>
              <a:t>clickability</a:t>
            </a:r>
            <a:r>
              <a:rPr lang="en-US" dirty="0"/>
              <a:t>”, and the concept is that if I click one portion of the dashboard, the others will “respect” that click.</a:t>
            </a:r>
          </a:p>
          <a:p>
            <a:pPr lvl="1"/>
            <a:r>
              <a:rPr lang="en-US" dirty="0"/>
              <a:t>Customer</a:t>
            </a:r>
          </a:p>
          <a:p>
            <a:pPr lvl="1"/>
            <a:r>
              <a:rPr lang="en-US" dirty="0"/>
              <a:t>State</a:t>
            </a:r>
          </a:p>
          <a:p>
            <a:pPr lvl="1"/>
            <a:r>
              <a:rPr lang="en-US" dirty="0"/>
              <a:t>Order</a:t>
            </a:r>
          </a:p>
        </p:txBody>
      </p:sp>
    </p:spTree>
    <p:extLst>
      <p:ext uri="{BB962C8B-B14F-4D97-AF65-F5344CB8AC3E}">
        <p14:creationId xmlns:p14="http://schemas.microsoft.com/office/powerpoint/2010/main" val="4194186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and </a:t>
            </a:r>
            <a:r>
              <a:rPr lang="en-US" dirty="0" err="1"/>
              <a:t>Clickability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order to enable all of the elements of the dashboard (that you want), to be clickable, you don’t need to do anything.</a:t>
            </a:r>
          </a:p>
          <a:p>
            <a:r>
              <a:rPr lang="en-US" dirty="0"/>
              <a:t>In order to make the clicks affect the other elements, you need to make each element itself a filter.</a:t>
            </a:r>
          </a:p>
        </p:txBody>
      </p:sp>
    </p:spTree>
    <p:extLst>
      <p:ext uri="{BB962C8B-B14F-4D97-AF65-F5344CB8AC3E}">
        <p14:creationId xmlns:p14="http://schemas.microsoft.com/office/powerpoint/2010/main" val="1545458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800100"/>
            <a:ext cx="5461000" cy="52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1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 ahead and enable </a:t>
            </a:r>
            <a:r>
              <a:rPr lang="en-US" dirty="0" err="1"/>
              <a:t>clickability</a:t>
            </a:r>
            <a:r>
              <a:rPr lang="en-US" dirty="0"/>
              <a:t> by choosing “use as filter” on all the panes.</a:t>
            </a:r>
          </a:p>
          <a:p>
            <a:r>
              <a:rPr lang="en-US" dirty="0"/>
              <a:t>At this point, this will create some even more bizarre functionality. We will fix that soon.</a:t>
            </a:r>
          </a:p>
        </p:txBody>
      </p:sp>
    </p:spTree>
    <p:extLst>
      <p:ext uri="{BB962C8B-B14F-4D97-AF65-F5344CB8AC3E}">
        <p14:creationId xmlns:p14="http://schemas.microsoft.com/office/powerpoint/2010/main" val="2163689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923" y="1604127"/>
            <a:ext cx="6521370" cy="52538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85769" y="366411"/>
            <a:ext cx="6280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filtered by current year and clicked on Texas to create this view.</a:t>
            </a:r>
          </a:p>
        </p:txBody>
      </p:sp>
    </p:spTree>
    <p:extLst>
      <p:ext uri="{BB962C8B-B14F-4D97-AF65-F5344CB8AC3E}">
        <p14:creationId xmlns:p14="http://schemas.microsoft.com/office/powerpoint/2010/main" val="1315724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problem right now is that all of the filters are not working together.</a:t>
            </a:r>
          </a:p>
          <a:p>
            <a:r>
              <a:rPr lang="en-US" dirty="0"/>
              <a:t>Filters respect a particular “order of operations”</a:t>
            </a:r>
          </a:p>
          <a:p>
            <a:pPr lvl="1"/>
            <a:r>
              <a:rPr lang="en-US" dirty="0"/>
              <a:t>Data Source</a:t>
            </a:r>
          </a:p>
          <a:p>
            <a:pPr lvl="1"/>
            <a:r>
              <a:rPr lang="en-US" dirty="0"/>
              <a:t>Extract</a:t>
            </a:r>
          </a:p>
          <a:p>
            <a:pPr lvl="1"/>
            <a:r>
              <a:rPr lang="en-US" dirty="0"/>
              <a:t>Context</a:t>
            </a:r>
          </a:p>
          <a:p>
            <a:pPr lvl="1"/>
            <a:r>
              <a:rPr lang="en-US" dirty="0"/>
              <a:t>Dimension</a:t>
            </a:r>
          </a:p>
          <a:p>
            <a:pPr lvl="1"/>
            <a:r>
              <a:rPr lang="en-US" dirty="0"/>
              <a:t>Measure</a:t>
            </a:r>
          </a:p>
          <a:p>
            <a:pPr lvl="2"/>
            <a:r>
              <a:rPr lang="en-US" dirty="0"/>
              <a:t>See “Filtering in Tableau” Lecture for more information.</a:t>
            </a:r>
          </a:p>
          <a:p>
            <a:r>
              <a:rPr lang="en-US" dirty="0"/>
              <a:t>Let’s look at the dashboard</a:t>
            </a:r>
          </a:p>
        </p:txBody>
      </p:sp>
    </p:spTree>
    <p:extLst>
      <p:ext uri="{BB962C8B-B14F-4D97-AF65-F5344CB8AC3E}">
        <p14:creationId xmlns:p14="http://schemas.microsoft.com/office/powerpoint/2010/main" val="4215712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case, we need to modify the order that the filters are being executed.</a:t>
            </a:r>
          </a:p>
          <a:p>
            <a:endParaRPr lang="en-US" dirty="0"/>
          </a:p>
          <a:p>
            <a:r>
              <a:rPr lang="en-US" dirty="0"/>
              <a:t>To do this, you need move some of the filters to the “context”.</a:t>
            </a:r>
          </a:p>
          <a:p>
            <a:pPr lvl="1"/>
            <a:r>
              <a:rPr lang="en-US" dirty="0"/>
              <a:t>See “Filtering in Tableau” Lecture for more information.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955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order to filter all of the data on the dashboard by state, you need to add the context filters to all of the panes.</a:t>
            </a:r>
          </a:p>
          <a:p>
            <a:pPr lvl="1"/>
            <a:r>
              <a:rPr lang="en-US" dirty="0"/>
              <a:t>So we need to add country and state to all of the panes, then we need to make them “context filters”</a:t>
            </a:r>
          </a:p>
          <a:p>
            <a:pPr lvl="1"/>
            <a:r>
              <a:rPr lang="en-US" dirty="0"/>
              <a:t>Make sure that you choose “United States” for the Country, and “All” for the states.</a:t>
            </a:r>
          </a:p>
          <a:p>
            <a:pPr lvl="1"/>
            <a:r>
              <a:rPr lang="en-US" dirty="0"/>
              <a:t>We also need to make “Order Date” a context filter.</a:t>
            </a:r>
          </a:p>
        </p:txBody>
      </p:sp>
    </p:spTree>
    <p:extLst>
      <p:ext uri="{BB962C8B-B14F-4D97-AF65-F5344CB8AC3E}">
        <p14:creationId xmlns:p14="http://schemas.microsoft.com/office/powerpoint/2010/main" val="596923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Hands-On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Finally, add a drop down quick filter on country on the dashboard.</a:t>
            </a:r>
          </a:p>
          <a:p>
            <a:pPr lvl="1"/>
            <a:r>
              <a:rPr lang="en-US" dirty="0"/>
              <a:t>Make sure it applies to all elements.</a:t>
            </a:r>
          </a:p>
        </p:txBody>
      </p:sp>
    </p:spTree>
    <p:extLst>
      <p:ext uri="{BB962C8B-B14F-4D97-AF65-F5344CB8AC3E}">
        <p14:creationId xmlns:p14="http://schemas.microsoft.com/office/powerpoint/2010/main" val="1139593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0"/>
            <a:ext cx="8511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07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936</Words>
  <Application>Microsoft Macintosh PowerPoint</Application>
  <PresentationFormat>Widescreen</PresentationFormat>
  <Paragraphs>124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Dashboard Introductory Hands-On Exercise</vt:lpstr>
      <vt:lpstr>Dashboard Best Practices</vt:lpstr>
      <vt:lpstr>Dashboard Hands-On</vt:lpstr>
      <vt:lpstr>Dashboard Hands-On</vt:lpstr>
      <vt:lpstr>PowerPoint Presentation</vt:lpstr>
      <vt:lpstr>Dashboard Hands-On</vt:lpstr>
      <vt:lpstr>PowerPoint Presentation</vt:lpstr>
      <vt:lpstr>Dashboard Hands-On</vt:lpstr>
      <vt:lpstr>PowerPoint Presentation</vt:lpstr>
      <vt:lpstr>Dashboard Hands-On</vt:lpstr>
      <vt:lpstr>Dashboard Hands-On</vt:lpstr>
      <vt:lpstr>PowerPoint Presentation</vt:lpstr>
      <vt:lpstr>Dashboard Hands-On</vt:lpstr>
      <vt:lpstr>PowerPoint Presentation</vt:lpstr>
      <vt:lpstr>Dashboard Hands-On</vt:lpstr>
      <vt:lpstr>Dashboard Hands-On</vt:lpstr>
      <vt:lpstr>Affordance Theory</vt:lpstr>
      <vt:lpstr>Affordance Theory</vt:lpstr>
      <vt:lpstr>Affordance Theory</vt:lpstr>
      <vt:lpstr>Tableau and Clickability</vt:lpstr>
      <vt:lpstr>PowerPoint Presentation</vt:lpstr>
      <vt:lpstr>Dashboard Hands-On</vt:lpstr>
      <vt:lpstr>PowerPoint Presentation</vt:lpstr>
      <vt:lpstr>Filters &amp; Context</vt:lpstr>
      <vt:lpstr>Filters &amp; Context</vt:lpstr>
      <vt:lpstr>Dashboard Hands-On</vt:lpstr>
      <vt:lpstr>Dashboard Hands-On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Dashboards</dc:title>
  <dc:creator>Tripp, John</dc:creator>
  <cp:lastModifiedBy>John Frederick Tripp</cp:lastModifiedBy>
  <cp:revision>12</cp:revision>
  <dcterms:created xsi:type="dcterms:W3CDTF">2019-04-17T16:40:25Z</dcterms:created>
  <dcterms:modified xsi:type="dcterms:W3CDTF">2020-05-16T02:23:38Z</dcterms:modified>
</cp:coreProperties>
</file>