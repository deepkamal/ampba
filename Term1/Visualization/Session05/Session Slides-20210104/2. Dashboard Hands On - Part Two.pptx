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365" r:id="rId2"/>
    <p:sldId id="367" r:id="rId3"/>
    <p:sldId id="353" r:id="rId4"/>
    <p:sldId id="343" r:id="rId5"/>
    <p:sldId id="344" r:id="rId6"/>
    <p:sldId id="345" r:id="rId7"/>
    <p:sldId id="346" r:id="rId8"/>
    <p:sldId id="347" r:id="rId9"/>
    <p:sldId id="368" r:id="rId10"/>
    <p:sldId id="34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F3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63"/>
  </p:normalViewPr>
  <p:slideViewPr>
    <p:cSldViewPr snapToGrid="0" snapToObjects="1">
      <p:cViewPr varScale="1">
        <p:scale>
          <a:sx n="124" d="100"/>
          <a:sy n="124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CDF49-EF8B-CB45-9648-99EEC4DFAF34}" type="datetimeFigureOut">
              <a:rPr lang="en-US" smtClean="0"/>
              <a:t>5/15/20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1B10D-6583-454C-B659-1349F4432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73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15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594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89E6D-DFC3-244D-8336-C5E6B2694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1964B-D1B1-A04D-A8C6-8913209DE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AEAB6-4ECE-8444-9D4E-7B7D1CE35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5/15/20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F3BA9-B9D6-354D-99A6-2B436B45F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6A654-445A-E74F-8F04-9552D664F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751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D0053-D77A-0647-BC00-ED2D3BBBF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8846-9083-A54E-9A85-85CBE70A9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1F52D-D9B3-1844-AF5F-E06ADB901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5/15/20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5F212-B091-E347-A443-03C5843DC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24ABF-4DE5-FF46-A2B3-00B292F75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448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1760D-F822-6F41-B6CD-BDB6FDF9B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5A303-84B4-5D4C-A21B-AF3417847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BD6DB-21AC-4F49-9E5D-4A8CD9A44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5/15/20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B912D-E6D4-3E43-8BD8-67879EB4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83040-CF4F-CF40-A349-11FA43405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479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DF55E-E05F-9E45-970F-39F530DFA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F6607-0F1B-DE4E-826B-9A8EFCA29A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71B86-971F-F946-B1B1-6A7384436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208079-1CE7-1B4E-A24F-5D57E22FD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5/15/20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56E135-B797-ED4D-B669-732FF8EDE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1B2B0-E11B-2442-9628-D45C5D4AB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098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73C90-5F00-204F-A977-5EE8AA426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121CB-7F9D-FF48-85F7-8EDFAA07C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3DCFE-922A-FA49-AB8A-518AEF469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7AA89E-9573-4945-B458-F2F720CB9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584EF7-037D-AA42-8BD0-D70912E311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960CBA-8F4C-E743-A6DF-BBFB4F99C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5/15/20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99EC19-00B4-0E48-9BEE-654F4C693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D26EE9-772D-A947-9C7A-D20BA5D27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92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7362C-7683-344A-9019-B0A4E7D54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EA1C8B-EB9C-8B49-A5F1-CC9C136E6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5/15/20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D3C5E4-67BD-844C-82AB-251C039AD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AED386-4DD9-9644-9B20-8B80DC655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310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91985E-1CC6-D04D-BF77-35A6B70FD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5/15/20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C8298D-7052-7F4B-AB7A-9636DC290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0B8C1-FB02-9344-BDE5-A34B818E0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703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2F00A-6442-E74C-ADE8-A5CE6BD1F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465C4-749A-9E41-8F30-46437B55C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5B529C-996B-8248-B38A-F78036294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07372-92BE-194C-86E4-9E374C8EC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5/15/20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8592B-1D84-DA40-AEE5-84F4CE5F9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583F3-6AA6-2B42-A5FC-945FB3D96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139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43F4B-D229-F348-AD18-52902D4AD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66B807-04EE-7B48-B5CF-F1A365C0C5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A2094-5CAC-B341-9982-8DFA30317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4CA46-86E7-5445-A648-A537C0832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5/15/20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9E915-B4A7-1C4F-8102-65063EB4E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EA20A-7CAC-5845-8BEC-9BAB39B90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446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26AC9-F4E3-A448-9CA7-39688C32D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D8903-0446-4542-A0DE-4734C73AF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D4AB0-2D08-6E48-A620-EA51E2D49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5/15/20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CA670-6781-5E41-A1D0-4865DD551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CBA34-764A-434A-912F-F4043C3C8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258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880E33-FB86-2445-8E28-679C4A2090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CF915-48F4-854B-83E3-A4D91C42E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0AE49-C024-B349-BB3E-F10D67AC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5/15/20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8DD63-95C0-1043-98F4-AFC36A15E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74D16-EA52-CB4D-B2ED-FC5B71354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248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68CD69-D99E-EE48-A0EF-FE843D14F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7196D-2197-D04E-B405-BF5E01FCE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1706A-B5C7-4446-B4F0-7071FB692B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FBDFA-E975-BA41-97CF-2D3CCDC72ED4}" type="datetimeFigureOut">
              <a:rPr lang="en-US" smtClean="0"/>
              <a:t>5/15/20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C4DA8-A9CD-CC48-9DEC-7D6672D8AD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79055-AAE2-894A-AB4D-7B203B23F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22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Dashboard Introductory Hands-On Exercise – Part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</a:p>
          <a:p>
            <a:r>
              <a:rPr lang="en-US" dirty="0"/>
              <a:t>John F. Tripp</a:t>
            </a:r>
          </a:p>
        </p:txBody>
      </p:sp>
    </p:spTree>
    <p:extLst>
      <p:ext uri="{BB962C8B-B14F-4D97-AF65-F5344CB8AC3E}">
        <p14:creationId xmlns:p14="http://schemas.microsoft.com/office/powerpoint/2010/main" val="1856545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Replacing the top and bottom 5 graphs with a single graph</a:t>
            </a:r>
          </a:p>
          <a:p>
            <a:r>
              <a:rPr lang="en-US" dirty="0"/>
              <a:t>Better utilizing all the pixels.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07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90500"/>
            <a:ext cx="9144000" cy="645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369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“Optimal”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newer visualizations that are optimal for dashboards</a:t>
            </a:r>
          </a:p>
          <a:p>
            <a:pPr lvl="1"/>
            <a:r>
              <a:rPr lang="en-US" dirty="0" err="1"/>
              <a:t>Sparklines</a:t>
            </a:r>
            <a:endParaRPr lang="en-US" dirty="0"/>
          </a:p>
          <a:p>
            <a:pPr lvl="2"/>
            <a:r>
              <a:rPr lang="en-US" dirty="0"/>
              <a:t>Popularized by </a:t>
            </a:r>
            <a:r>
              <a:rPr lang="en-US" dirty="0" err="1"/>
              <a:t>Tufte</a:t>
            </a:r>
            <a:endParaRPr lang="en-US" dirty="0"/>
          </a:p>
          <a:p>
            <a:pPr lvl="2"/>
            <a:r>
              <a:rPr lang="en-US" dirty="0"/>
              <a:t>http://</a:t>
            </a:r>
            <a:r>
              <a:rPr lang="en-US" dirty="0" err="1"/>
              <a:t>www.edwardtufte.com</a:t>
            </a:r>
            <a:r>
              <a:rPr lang="en-US" dirty="0"/>
              <a:t>/</a:t>
            </a:r>
            <a:r>
              <a:rPr lang="en-US" dirty="0" err="1"/>
              <a:t>bboard</a:t>
            </a:r>
            <a:r>
              <a:rPr lang="en-US" dirty="0"/>
              <a:t>/</a:t>
            </a:r>
            <a:r>
              <a:rPr lang="en-US" dirty="0" err="1"/>
              <a:t>q-and-a-fetch-msg?msg_id</a:t>
            </a:r>
            <a:r>
              <a:rPr lang="en-US" dirty="0"/>
              <a:t>=0001OR&amp;topic_id=1</a:t>
            </a:r>
          </a:p>
          <a:p>
            <a:pPr lvl="1"/>
            <a:r>
              <a:rPr lang="en-US" dirty="0"/>
              <a:t>Bullet Graphs</a:t>
            </a:r>
          </a:p>
          <a:p>
            <a:pPr lvl="2"/>
            <a:r>
              <a:rPr lang="en-US" dirty="0"/>
              <a:t>Decorated bar chart</a:t>
            </a:r>
          </a:p>
          <a:p>
            <a:pPr lvl="2"/>
            <a:r>
              <a:rPr lang="en-US" dirty="0"/>
              <a:t>Developed by Stephen Few</a:t>
            </a:r>
          </a:p>
          <a:p>
            <a:pPr lvl="2"/>
            <a:r>
              <a:rPr lang="en-US" dirty="0"/>
              <a:t>http://</a:t>
            </a:r>
            <a:r>
              <a:rPr lang="en-US" dirty="0" err="1"/>
              <a:t>www.freakalytics.com</a:t>
            </a:r>
            <a:r>
              <a:rPr lang="en-US" dirty="0"/>
              <a:t>/</a:t>
            </a:r>
            <a:r>
              <a:rPr lang="en-US" dirty="0" err="1"/>
              <a:t>wp</a:t>
            </a:r>
            <a:r>
              <a:rPr lang="en-US" dirty="0"/>
              <a:t>-content/uploads/</a:t>
            </a:r>
            <a:r>
              <a:rPr lang="en-US" dirty="0" err="1"/>
              <a:t>Bullet_Graph_Design_Spec.pdf</a:t>
            </a:r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31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Bullet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“Decorated” bar chart</a:t>
            </a:r>
          </a:p>
          <a:p>
            <a:pPr lvl="1"/>
            <a:r>
              <a:rPr lang="en-US" dirty="0"/>
              <a:t>Vertical line indicating “goal” or “comparison” value.</a:t>
            </a:r>
          </a:p>
          <a:p>
            <a:pPr lvl="1"/>
            <a:r>
              <a:rPr lang="en-US" dirty="0"/>
              <a:t>60%, 80%, 100% distribution shading of goal value.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017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59884"/>
            <a:ext cx="9144000" cy="548134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74277A2-A028-DD4F-8C36-42AB3A173E93}"/>
              </a:ext>
            </a:extLst>
          </p:cNvPr>
          <p:cNvSpPr/>
          <p:nvPr/>
        </p:nvSpPr>
        <p:spPr>
          <a:xfrm>
            <a:off x="6800193" y="3029083"/>
            <a:ext cx="1907628" cy="371475"/>
          </a:xfrm>
          <a:prstGeom prst="rect">
            <a:avLst/>
          </a:prstGeom>
          <a:solidFill>
            <a:srgbClr val="D3F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80% of the target for Colorado</a:t>
            </a:r>
          </a:p>
        </p:txBody>
      </p:sp>
    </p:spTree>
    <p:extLst>
      <p:ext uri="{BB962C8B-B14F-4D97-AF65-F5344CB8AC3E}">
        <p14:creationId xmlns:p14="http://schemas.microsoft.com/office/powerpoint/2010/main" val="1754233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Sparklines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 the general shape of variation over time.</a:t>
            </a:r>
          </a:p>
          <a:p>
            <a:r>
              <a:rPr lang="en-US" dirty="0"/>
              <a:t>Typically have no axes or gridlines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657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AFC16E3C-7C0C-E840-A1B4-AD19E14DD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3530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93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351E48C8-6AF5-454E-B2A2-847E89FD3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850900"/>
            <a:ext cx="4051300" cy="515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03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Sparklines and Bullet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extremely information dense.</a:t>
            </a:r>
          </a:p>
          <a:p>
            <a:r>
              <a:rPr lang="en-US" dirty="0"/>
              <a:t>Replace large graphical components on dashboards</a:t>
            </a:r>
          </a:p>
          <a:p>
            <a:r>
              <a:rPr lang="en-US" dirty="0"/>
              <a:t>Allow for more insight at a glance.</a:t>
            </a:r>
          </a:p>
        </p:txBody>
      </p:sp>
    </p:spTree>
    <p:extLst>
      <p:ext uri="{BB962C8B-B14F-4D97-AF65-F5344CB8AC3E}">
        <p14:creationId xmlns:p14="http://schemas.microsoft.com/office/powerpoint/2010/main" val="3516777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181</Words>
  <Application>Microsoft Macintosh PowerPoint</Application>
  <PresentationFormat>Widescreen</PresentationFormat>
  <Paragraphs>29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Dashboard Introductory Hands-On Exercise – Part 2</vt:lpstr>
      <vt:lpstr>Dashboard Optimization</vt:lpstr>
      <vt:lpstr>PowerPoint Presentation</vt:lpstr>
      <vt:lpstr>Two “Optimal” Visualizations</vt:lpstr>
      <vt:lpstr>Bullet Graphs</vt:lpstr>
      <vt:lpstr>PowerPoint Presentation</vt:lpstr>
      <vt:lpstr>Sparklines</vt:lpstr>
      <vt:lpstr>PowerPoint Presentation</vt:lpstr>
      <vt:lpstr>PowerPoint Presentation</vt:lpstr>
      <vt:lpstr>Sparklines and Bullet Graphs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Dashboards</dc:title>
  <dc:creator>Tripp, John</dc:creator>
  <cp:lastModifiedBy>John Frederick Tripp</cp:lastModifiedBy>
  <cp:revision>20</cp:revision>
  <dcterms:created xsi:type="dcterms:W3CDTF">2019-04-17T16:40:25Z</dcterms:created>
  <dcterms:modified xsi:type="dcterms:W3CDTF">2020-05-16T02:23:35Z</dcterms:modified>
</cp:coreProperties>
</file>