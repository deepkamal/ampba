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344" r:id="rId4"/>
    <p:sldId id="34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398"/>
  </p:normalViewPr>
  <p:slideViewPr>
    <p:cSldViewPr snapToGrid="0" snapToObjects="1">
      <p:cViewPr varScale="1">
        <p:scale>
          <a:sx n="77" d="100"/>
          <a:sy n="77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83B8-D985-DB45-9203-CBCF3F949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AAC9B-5B31-014C-9671-BCEF09333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5CDF-EC09-094B-B2D8-A9F635A0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AE9FA-122C-724F-82C1-2A8FF595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F5CF7-7E72-7942-8212-31FDC32A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0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F334-6973-9D49-8071-812BF3A9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79143-4C76-C443-9F93-82F0C5FD9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09628-F3FC-7546-B1F2-E284474A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2C900-B533-654B-AB4D-E125641C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F8A54-37E2-BA4A-8CAF-D52A131F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3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4038-CC27-F34C-BCD0-9C8578B4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E6062-2518-4C47-B0E5-AE07A5A86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81E99-CABF-854B-B741-B241281F4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5B7-A5FC-9346-84E2-B37AFA07D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2FB0D-30BA-6E41-B60C-CEF50C55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04C6-E69A-B843-A35E-F8619BB0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0B669-8509-3841-ABBA-AC780C9AC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AAB38-041A-034C-9C87-3001A421F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9D2FB-D8B3-C94E-9D39-05FEAA2E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70485-53B1-CD4F-AFB6-F720EE32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00B6A-A714-0342-BCB0-8DD827E1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8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FA0F-DCF0-B746-B835-702F14A6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FF868-7F5D-DC4A-89FC-A9D237DD3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3A518-23AE-1D4F-A06A-12415AFF6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076B1-7C1E-3C43-89E2-085D87395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6A737-998C-654E-9D62-6002BF89A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D59E0-6E44-0C4F-B3CE-9FAAAE49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3DF6F-83A7-2248-AA9B-F89E4648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79B93-3B37-C141-98DC-2496EFFB3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9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6831-3A3F-7849-9824-A19FBD62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771CC0-29CA-7A46-99E4-68DECAB6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49264-5F43-5844-A491-DD3676F4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57F06-BCA7-5E4F-84E5-F2A48672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9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4DD7B-6C30-E349-B08D-B9F668A4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B7E5F-E0BC-D34C-948D-71B70D47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3F337-FE9B-3D4B-AEF3-A1C70607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4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E8DB-2EFA-4644-9F95-25E4F21E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5EFC-D08F-8B4D-AC6F-D76ED634E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11039-1883-2245-8A61-512FFAF8B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1C307-8EE9-8448-997F-93AC1DE1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45102-E818-1944-8972-AF48B64FE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CB998-EE47-E443-B5DB-3FB468B3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99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4024-B480-F742-9A75-949BE87D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1EFB1-5DB9-FF47-9450-057BFF97BD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8CED0-960E-A842-8A11-72CAD567E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03FB1-9401-B648-8488-0035CAB9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0FFF2-0914-0347-8D9A-91BDCD53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52CB4-1A2C-DD44-974C-6606D46B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55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A522-11CB-B946-8F28-F3E24C7A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887BFA-C145-0A45-940E-7BD692DCC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EABBE-897A-B84E-B28B-AFE2EAD0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D8A0E-1A5C-1F42-9F48-1F3493BC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DCFF2-CF3A-4B40-A2A3-461696CA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4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723A5-2740-C542-AC06-6F3F8F1FE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6133E-7EFF-514E-8967-04A7ABDFF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A5378-BC89-BD41-A5E8-79F04EB8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B6825-DF36-054D-949F-0014C1F1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CF9CB-FBA1-1B46-A0C2-D37DBAD3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7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FCAB61-9BE4-024A-9EFC-11812F68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18C1D-AC44-C24A-9670-5E65891D7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63340-D7CD-654E-9B50-38992BD1A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E3A49-5D88-464A-AB59-9E0F0A230325}" type="datetimeFigureOut">
              <a:rPr lang="en-US" smtClean="0"/>
              <a:t>5/8/19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8081-B855-B745-A84F-0C81F781D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8B559-05A8-D546-A883-5B0F32EB2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09416-8338-2945-B449-869048A68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0845-74F0-2C47-856D-845617073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Critique: </a:t>
            </a:r>
            <a:br>
              <a:rPr lang="en-US" dirty="0"/>
            </a:br>
            <a:r>
              <a:rPr lang="en-US" dirty="0"/>
              <a:t>Florida Gun Deaths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B055F-1C1E-9B44-AA22-F7310EBEF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40138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Critique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this visualization using size, color, and placement to communicate?</a:t>
            </a:r>
          </a:p>
          <a:p>
            <a:r>
              <a:rPr lang="en-US" dirty="0"/>
              <a:t>Is this visualization adding anything to the text?</a:t>
            </a:r>
          </a:p>
        </p:txBody>
      </p:sp>
    </p:spTree>
    <p:extLst>
      <p:ext uri="{BB962C8B-B14F-4D97-AF65-F5344CB8AC3E}">
        <p14:creationId xmlns:p14="http://schemas.microsoft.com/office/powerpoint/2010/main" val="290452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"/>
            <a:ext cx="5478586" cy="66117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1376" y="1511125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happened after 2005?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16156" y="6611780"/>
            <a:ext cx="6051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http://</a:t>
            </a:r>
            <a:r>
              <a:rPr lang="en-US" sz="1000" dirty="0" err="1"/>
              <a:t>www.businessinsider.com</a:t>
            </a:r>
            <a:r>
              <a:rPr lang="en-US" sz="1000" dirty="0"/>
              <a:t>/gun-deaths-in-florida-increased-with-stand-your-ground-2014-2</a:t>
            </a:r>
          </a:p>
        </p:txBody>
      </p:sp>
    </p:spTree>
    <p:extLst>
      <p:ext uri="{BB962C8B-B14F-4D97-AF65-F5344CB8AC3E}">
        <p14:creationId xmlns:p14="http://schemas.microsoft.com/office/powerpoint/2010/main" val="453361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"/>
            <a:ext cx="5478586" cy="66117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01376" y="1511125"/>
            <a:ext cx="28271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happened after 2005?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return to this slide</a:t>
            </a:r>
          </a:p>
          <a:p>
            <a:r>
              <a:rPr lang="en-US" dirty="0"/>
              <a:t>several times as an example</a:t>
            </a:r>
          </a:p>
          <a:p>
            <a:r>
              <a:rPr lang="en-US" dirty="0"/>
              <a:t>of what NOT to do…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16156" y="6611780"/>
            <a:ext cx="6051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Image Source: http://</a:t>
            </a:r>
            <a:r>
              <a:rPr lang="en-US" sz="1000" dirty="0" err="1"/>
              <a:t>www.businessinsider.com</a:t>
            </a:r>
            <a:r>
              <a:rPr lang="en-US" sz="1000" dirty="0"/>
              <a:t>/gun-deaths-in-florida-increased-with-stand-your-ground-2014-2</a:t>
            </a:r>
          </a:p>
        </p:txBody>
      </p:sp>
    </p:spTree>
    <p:extLst>
      <p:ext uri="{BB962C8B-B14F-4D97-AF65-F5344CB8AC3E}">
        <p14:creationId xmlns:p14="http://schemas.microsoft.com/office/powerpoint/2010/main" val="840629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Design Critique:  Florida Gun Deaths</vt:lpstr>
      <vt:lpstr>Design Critique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Critique:  Florida Gun Deaths</dc:title>
  <dc:creator>Tripp, John</dc:creator>
  <cp:lastModifiedBy>Tripp, John</cp:lastModifiedBy>
  <cp:revision>1</cp:revision>
  <dcterms:created xsi:type="dcterms:W3CDTF">2019-05-09T02:04:36Z</dcterms:created>
  <dcterms:modified xsi:type="dcterms:W3CDTF">2019-05-09T02:05:24Z</dcterms:modified>
</cp:coreProperties>
</file>