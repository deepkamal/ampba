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55" r:id="rId2"/>
    <p:sldId id="377" r:id="rId3"/>
    <p:sldId id="271" r:id="rId4"/>
    <p:sldId id="272" r:id="rId5"/>
    <p:sldId id="332" r:id="rId6"/>
    <p:sldId id="265" r:id="rId7"/>
    <p:sldId id="266" r:id="rId8"/>
    <p:sldId id="267" r:id="rId9"/>
    <p:sldId id="268" r:id="rId10"/>
    <p:sldId id="269" r:id="rId11"/>
    <p:sldId id="270" r:id="rId12"/>
    <p:sldId id="333" r:id="rId13"/>
    <p:sldId id="334" r:id="rId14"/>
    <p:sldId id="279" r:id="rId15"/>
    <p:sldId id="3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/>
    <p:restoredTop sz="94697"/>
  </p:normalViewPr>
  <p:slideViewPr>
    <p:cSldViewPr snapToGrid="0" snapToObjects="1">
      <p:cViewPr varScale="1">
        <p:scale>
          <a:sx n="124" d="100"/>
          <a:sy n="124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2619F-9802-DE45-B651-A5685E45D93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E6CF4-9512-F04C-B398-C82A4CBA8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90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ANSCOMBE’S</a:t>
            </a:r>
            <a:r>
              <a:rPr lang="en-US" baseline="0" dirty="0"/>
              <a:t> Quartet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4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ANSCOMBE’S</a:t>
            </a:r>
            <a:r>
              <a:rPr lang="en-US" baseline="0" dirty="0"/>
              <a:t> Quartet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15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ANSCOMBE’S</a:t>
            </a:r>
            <a:r>
              <a:rPr lang="en-US" baseline="0" dirty="0"/>
              <a:t> Quartet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02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ANSCOMBE’S</a:t>
            </a:r>
            <a:r>
              <a:rPr lang="en-US" baseline="0" dirty="0"/>
              <a:t> Quartet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ANSCOMBE’S</a:t>
            </a:r>
            <a:r>
              <a:rPr lang="en-US" baseline="0"/>
              <a:t> Quartet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45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ANSCOMBE’S</a:t>
            </a:r>
            <a:r>
              <a:rPr lang="en-US" baseline="0"/>
              <a:t> Quartet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40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ANSCOMBE’S</a:t>
            </a:r>
            <a:r>
              <a:rPr lang="en-US" baseline="0"/>
              <a:t> Quartet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ANSCOMBE’S</a:t>
            </a:r>
            <a:r>
              <a:rPr lang="en-US" baseline="0"/>
              <a:t> Quartet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94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ANSCOMBE’S</a:t>
            </a:r>
            <a:r>
              <a:rPr lang="en-US" baseline="0"/>
              <a:t> Quartet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88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ANSCOMBE’S</a:t>
            </a:r>
            <a:r>
              <a:rPr lang="en-US" baseline="0"/>
              <a:t> Quartet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55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ANSCOMBE’S</a:t>
            </a:r>
            <a:r>
              <a:rPr lang="en-US" baseline="0" dirty="0"/>
              <a:t> Quartet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44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706E-F636-A241-B68C-734D163C5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EDAD7-5773-6941-8CFA-E9403E765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5AC9-794F-0347-9F2B-5CEE2A7D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CB51-8BEA-4645-85E3-23F6A73D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5FDE-022E-8249-B5BA-F4B0299B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5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3317-1189-3D45-9BC0-6640F1C4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6898E-9152-A547-8750-FD21DD65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2400E-5912-7043-9FFA-062F5A3F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B4EAA-8461-C743-B078-612E393A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32132-5B8E-3B42-B8D0-0315D780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2C5D-3BEF-FC49-B915-4D8668A9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9DBF4-8A60-DE4C-8EEA-3B998C566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9B25-D567-F64E-BEE0-93D457AD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D4A38-E181-C242-9989-7F7DDBEA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4A51-462A-134F-A3AB-EC5B5EED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3498-3179-B34B-B9F6-C925846B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CE31D-EE84-5C4D-89FB-1AC7A28DB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B6ED-E726-E743-ABB9-24DB7EBE7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8A5AA-C531-964C-A5F1-A96A8C92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25668-AE2B-9945-ADFD-D1403B01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0A44A-61A8-2E4A-94EC-CF34409D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4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BD7D-146D-0347-A1A4-5298E960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5D8CE-05C1-7C45-8307-E0DE4B0D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9053C-9A3C-C942-97B2-4BF95A2A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0D467-A666-8B49-84EC-7ABE2549E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5D43B-FE12-C042-A10B-904A0E1C8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38097-B2D1-F644-98BC-6F532842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D685A-B46F-E546-989D-EBDF061F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72B55-20FF-0C46-8F8E-124BCEF6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0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C4F0E-C6A0-C547-B2C1-518BF751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249B7-3A00-A94B-B5B2-F1DD147F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B42FA-905F-1B43-BF5F-7E58FFB6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E27F-0065-FF4B-A549-03C7563B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3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E8DC5-CE23-3D4E-928E-DD999A32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3174-CEBF-B84B-B1D0-81C47600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D422F-249C-5549-923B-233BAC17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3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25C9-0D26-1E40-8ACF-31150AA6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3272E-0E8F-B846-8AA1-9B9778FC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4E9B0-AF75-8240-918C-C285F2690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C5F1F-A42F-214B-B9C3-C83FBB4E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C3974-DB1D-FE49-8CC8-33B3B4B2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02790-5964-014B-9A03-6C497F66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961A-C21F-B44D-A836-7B86E29B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3DE5B-6DFE-2F4B-9970-870E70F5D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39220-D28C-524E-8EAD-3046EC89E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4F86F-8D3D-6242-ABF2-28502DCC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E567B-ED0A-B144-842A-5F374B30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2F13C-F2AA-AA4D-AF63-BA18A5BA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318C-D39B-8241-9A77-D522D34A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EEBA-050B-0641-8E87-F52E0C1E1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BFE35-7869-6A45-B67B-E311BE66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53E27-35A1-AD4B-BD69-E1EF4655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2735-B05D-6F40-A0D7-6CE29DF7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30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6294A-0103-9149-8750-EC654F9FD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51237-3AD2-F649-B4D2-DAD572367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A3F37-B129-594D-8F5D-07677BE4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3CB0F-D897-1C4F-8315-F14CCF06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6531-3EA7-F845-83B6-F1855689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8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73B05-B593-654A-AA07-3767BC53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60B8F-2906-2040-9765-54EFF2787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741F-28BF-9D4B-A6D9-13F8C0022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1268-F71D-BB4F-BAF8-1C522CE62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33C20-D2DD-0C45-BA7D-F16020A17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8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Anscombe’s Quartet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238381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Anscombe’s</a:t>
            </a:r>
            <a:r>
              <a:rPr lang="en-US" dirty="0"/>
              <a:t> Quartet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97"/>
          <a:stretch/>
        </p:blipFill>
        <p:spPr>
          <a:xfrm>
            <a:off x="572629" y="1349296"/>
            <a:ext cx="5523371" cy="3546431"/>
          </a:xfrm>
        </p:spPr>
      </p:pic>
    </p:spTree>
    <p:extLst>
      <p:ext uri="{BB962C8B-B14F-4D97-AF65-F5344CB8AC3E}">
        <p14:creationId xmlns:p14="http://schemas.microsoft.com/office/powerpoint/2010/main" val="41616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929" y="749484"/>
            <a:ext cx="8239385" cy="57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3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236" y="701523"/>
            <a:ext cx="7557445" cy="599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4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Anscombe’s</a:t>
            </a:r>
            <a:r>
              <a:rPr lang="en-US" dirty="0"/>
              <a:t> Quartet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97"/>
          <a:stretch/>
        </p:blipFill>
        <p:spPr>
          <a:xfrm>
            <a:off x="572629" y="1349296"/>
            <a:ext cx="5523371" cy="3546431"/>
          </a:xfrm>
        </p:spPr>
      </p:pic>
    </p:spTree>
    <p:extLst>
      <p:ext uri="{BB962C8B-B14F-4D97-AF65-F5344CB8AC3E}">
        <p14:creationId xmlns:p14="http://schemas.microsoft.com/office/powerpoint/2010/main" val="44657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description of all four series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124397" cy="31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Statistical Fit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9966"/>
            <a:ext cx="6460328" cy="46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7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Actual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C8DDC-AD65-0043-8D3C-01A0FC16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5235"/>
            <a:ext cx="6437376" cy="4681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33937" y="1791691"/>
            <a:ext cx="94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1</a:t>
            </a:r>
          </a:p>
        </p:txBody>
      </p:sp>
    </p:spTree>
    <p:extLst>
      <p:ext uri="{BB962C8B-B14F-4D97-AF65-F5344CB8AC3E}">
        <p14:creationId xmlns:p14="http://schemas.microsoft.com/office/powerpoint/2010/main" val="30471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Actual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478839-036F-0747-AAE6-6B005C40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33937" y="1791691"/>
            <a:ext cx="94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5235"/>
            <a:ext cx="6437376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80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Actual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841F04-4BA0-1D45-BD0A-6150FE275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33937" y="1791691"/>
            <a:ext cx="94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3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5235"/>
            <a:ext cx="6437376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5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Actual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1AE968-D23D-DF4A-9D44-F4CEC4EE9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33937" y="1791691"/>
            <a:ext cx="94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4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5235"/>
            <a:ext cx="6437376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0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Anscombe’s</a:t>
            </a:r>
            <a:r>
              <a:rPr lang="en-US" dirty="0"/>
              <a:t> Quartet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97"/>
          <a:stretch/>
        </p:blipFill>
        <p:spPr>
          <a:xfrm>
            <a:off x="393545" y="1276715"/>
            <a:ext cx="5702455" cy="3661417"/>
          </a:xfrm>
        </p:spPr>
      </p:pic>
    </p:spTree>
    <p:extLst>
      <p:ext uri="{BB962C8B-B14F-4D97-AF65-F5344CB8AC3E}">
        <p14:creationId xmlns:p14="http://schemas.microsoft.com/office/powerpoint/2010/main" val="2884437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94773"/>
            <a:ext cx="4588997" cy="33374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998" y="94773"/>
            <a:ext cx="4588997" cy="33374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3432225"/>
            <a:ext cx="4588997" cy="33374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998" y="3432226"/>
            <a:ext cx="4528135" cy="32931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614" y="783440"/>
            <a:ext cx="7171562" cy="521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8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simple example</a:t>
            </a:r>
          </a:p>
          <a:p>
            <a:pPr lvl="1"/>
            <a:r>
              <a:rPr lang="en-US" dirty="0"/>
              <a:t>Only 11 cases</a:t>
            </a:r>
          </a:p>
          <a:p>
            <a:pPr lvl="1"/>
            <a:r>
              <a:rPr lang="en-US" dirty="0"/>
              <a:t>Data tables easily readable</a:t>
            </a:r>
          </a:p>
          <a:p>
            <a:endParaRPr lang="en-US" dirty="0"/>
          </a:p>
          <a:p>
            <a:r>
              <a:rPr lang="en-US" dirty="0"/>
              <a:t>However, there is a very low likelihood that a human would realize the big differences between the data sets (except Group 4).</a:t>
            </a:r>
          </a:p>
        </p:txBody>
      </p:sp>
    </p:spTree>
    <p:extLst>
      <p:ext uri="{BB962C8B-B14F-4D97-AF65-F5344CB8AC3E}">
        <p14:creationId xmlns:p14="http://schemas.microsoft.com/office/powerpoint/2010/main" val="325402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3AB0-00CD-6A42-A0F9-5AB40056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52DF9-D43D-2B4E-813D-27D1F64F7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methods are great tools.</a:t>
            </a:r>
          </a:p>
          <a:p>
            <a:endParaRPr lang="en-US" dirty="0"/>
          </a:p>
          <a:p>
            <a:r>
              <a:rPr lang="en-US" dirty="0"/>
              <a:t>They may mask true differences in data.</a:t>
            </a:r>
          </a:p>
          <a:p>
            <a:endParaRPr lang="en-US" dirty="0"/>
          </a:p>
          <a:p>
            <a:r>
              <a:rPr lang="en-US" dirty="0"/>
              <a:t>Visualization is crucial to the understanding of comparisons between data points </a:t>
            </a:r>
            <a:r>
              <a:rPr lang="en-US"/>
              <a:t>and data series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61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152</Words>
  <Application>Microsoft Macintosh PowerPoint</Application>
  <PresentationFormat>Widescreen</PresentationFormat>
  <Paragraphs>50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Anscombe’s Quartet</vt:lpstr>
      <vt:lpstr>Anscombe’s Quartet</vt:lpstr>
      <vt:lpstr>PowerPoint Presentation</vt:lpstr>
      <vt:lpstr>PowerPoint Presentation</vt:lpstr>
      <vt:lpstr>Anscombe’s Quartet</vt:lpstr>
      <vt:lpstr>Statistical description of all four series</vt:lpstr>
      <vt:lpstr>Graphical Representation of Statistical Fit </vt:lpstr>
      <vt:lpstr>Graphical Representation of Actual Data</vt:lpstr>
      <vt:lpstr>Graphical Representation of Actual Data</vt:lpstr>
      <vt:lpstr>Graphical Representation of Actual Data</vt:lpstr>
      <vt:lpstr>Graphical Representation of Actual Data</vt:lpstr>
      <vt:lpstr>Anscombe’s Quartet</vt:lpstr>
      <vt:lpstr>PowerPoint Presentation</vt:lpstr>
      <vt:lpstr>Visualization Matters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Tripp, John</dc:creator>
  <cp:lastModifiedBy>John Tripp</cp:lastModifiedBy>
  <cp:revision>9</cp:revision>
  <dcterms:created xsi:type="dcterms:W3CDTF">2019-04-18T19:20:11Z</dcterms:created>
  <dcterms:modified xsi:type="dcterms:W3CDTF">2020-11-21T03:31:41Z</dcterms:modified>
</cp:coreProperties>
</file>