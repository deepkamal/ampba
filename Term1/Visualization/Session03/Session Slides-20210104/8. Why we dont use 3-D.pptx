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 snapToObjects="1">
      <p:cViewPr varScale="1">
        <p:scale>
          <a:sx n="135" d="100"/>
          <a:sy n="135" d="100"/>
        </p:scale>
        <p:origin x="4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C9A4C-513F-9D48-B5A7-BA5D0C11754D}" type="datetimeFigureOut">
              <a:rPr lang="en-US" smtClean="0"/>
              <a:t>5/3/20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A141C-1809-A344-ADB2-71138D6DA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57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41C-1809-A344-ADB2-71138D6DA3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628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41C-1809-A344-ADB2-71138D6DA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13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2A141C-1809-A344-ADB2-71138D6DA3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16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1BBEB-BC5C-4040-AAAC-FBFC5FB0B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ECA2B-213E-A142-B9E0-98E78FFA9C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F90B4-8E61-A64A-B18E-96560112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80688-5C23-5444-979A-847C318A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AB9DC-7C1D-7540-A800-BB39F64D3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3A8E1-741C-824E-8123-5086CFD3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A839-7767-2849-AA72-E2AEB289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C368C-1B61-0B4C-AB70-D381FE739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0FBF2-3F56-5F4A-A275-45FE02468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CE61A-267F-7742-86B6-AE4EC3290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77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12E6-D764-2142-9228-DAF53D7D7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DCDF9-AAD4-CE41-9DA8-EC5DB112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CE14E-907F-6047-9DDF-EB4E6C07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4B782-EF7A-5D46-A5BB-6775AF54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7A432-522B-B14B-8773-C929279F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930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1C4BD-6A65-3540-AAAC-EED2ADAF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F0A92-9F02-D548-8B81-CD590AD78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9B501-EBC0-5E45-9B41-E537E8D2C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6F9DB-15C9-9140-BD12-0DD1F69C6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9DB49F-75CA-5247-ABCC-10D1AE185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D41E5-C1CC-2247-8B25-9BDE9021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4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0D2E-6C65-AD49-BF2E-E21CAB6D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A04EF-905D-1342-9535-E6643B31B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71DB7-7653-584B-9D7F-C7A01328B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4A88CB-92ED-9940-A5BA-71AB6E4F5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7E937-5D89-3146-8784-A3B9752255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1E4E9C-13A1-5B4B-9030-1788A3ABB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5E36F-8FC4-A94C-A3A1-4B42195AE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1DE66-454D-494C-A982-61E9854F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5147E-2F7B-9B4C-99B3-A25C9B34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B8898-5083-8445-BAF4-A08DD026D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F66F8-5E3E-7946-B9A4-DBE54BD5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43FEC-CFD3-E148-BFEA-CF2491EB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301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53FAB3-7DBF-1B4C-B32E-7DC546FBB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E10E6E-B176-8645-B4FE-0BF96007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E3D45-95CF-0D4A-8560-C2510B0A4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13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0ECE-143B-1D4F-90F5-A27B5480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1E31B-92BA-AA4D-ADA5-2C1C665A0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2E201-3605-0543-B51C-2DCE01967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82C6F-0585-2D41-8E7B-722E62DD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866C5-E09E-9D49-B491-91A7D0F90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88F40-849C-504B-A15E-B4C5B3DD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14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78D8-164A-E546-AFD2-E34C3E6BB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5180E-F317-4A47-89EF-0E66B01465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0CFF4-1D6D-9D4B-B72B-27E0255DA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397CD-6C8B-6642-A1E8-AB31CEA0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280F52-B1E5-9448-9FFE-21AF5C1F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E700F-B5D7-394C-B222-9B9250E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33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77CE-E676-5240-9FEB-BD5CE2BD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79069-45DD-BC41-8166-A63B222B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6066F-02D7-2C47-8121-D2485E63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BAE2-B200-DA4B-BB8E-029CA7AC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E240B-82A6-AA45-950C-05C25CE36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52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1F3DFB-9A0D-9646-8F5F-5C94DA868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42699-832D-5545-B66F-C156A3F44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C298-27E1-EE48-B1C5-F235BFDF0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24575-D424-E840-BFBF-0E5736D7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B522-3B83-BA46-A3CA-425944A8F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7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3AF67E-96FA-8B43-A59A-C4B558B6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7B07A-2204-CF45-AE8C-DEBC95190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70ECC-0866-4843-9982-C4047C014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BD99D-FBF3-7B40-A836-D8E2C67CE2AD}" type="datetimeFigureOut">
              <a:rPr lang="en-US" smtClean="0"/>
              <a:t>5/3/20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F9B09-E9BE-314C-AE96-AF41F027E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80145-1A33-1A41-A039-518ED0FA9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26AF1-78A4-6F43-A65C-A8F93F386A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33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251AB-406D-774A-8BD7-031826714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we should not use </a:t>
            </a:r>
            <a:br>
              <a:rPr lang="en-US" dirty="0"/>
            </a:br>
            <a:r>
              <a:rPr lang="en-US" dirty="0"/>
              <a:t>3-D in Graphs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DD5268-9E0F-7C4B-946E-2219E6F132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3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41C3-E154-1D49-B85D-8F35B5D0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3-D ALWAYS creates Lie Factor</a:t>
            </a:r>
          </a:p>
        </p:txBody>
      </p:sp>
      <p:sp>
        <p:nvSpPr>
          <p:cNvPr id="7" name="AutoShape 4" descr="Image result for 3-d bar chart">
            <a:extLst>
              <a:ext uri="{FF2B5EF4-FFF2-40B4-BE49-F238E27FC236}">
                <a16:creationId xmlns:a16="http://schemas.microsoft.com/office/drawing/2014/main" id="{33AAB3B5-555C-EF4C-BB3E-E131A4B49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55900" y="1117600"/>
            <a:ext cx="6680200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s://qph.fs.quoracdn.net/main-qimg-36a7cb1cce69189933eacb2a9f9e96ab">
            <a:extLst>
              <a:ext uri="{FF2B5EF4-FFF2-40B4-BE49-F238E27FC236}">
                <a16:creationId xmlns:a16="http://schemas.microsoft.com/office/drawing/2014/main" id="{3D5D442D-34BE-5E4E-A9CD-9F06A56D1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657" y="1690688"/>
            <a:ext cx="6680200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63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41C3-E154-1D49-B85D-8F35B5D0A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3-D ALWAYS creates Lie Factor</a:t>
            </a:r>
          </a:p>
        </p:txBody>
      </p:sp>
      <p:sp>
        <p:nvSpPr>
          <p:cNvPr id="7" name="AutoShape 4" descr="Image result for 3-d bar chart">
            <a:extLst>
              <a:ext uri="{FF2B5EF4-FFF2-40B4-BE49-F238E27FC236}">
                <a16:creationId xmlns:a16="http://schemas.microsoft.com/office/drawing/2014/main" id="{33AAB3B5-555C-EF4C-BB3E-E131A4B49C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55900" y="1117600"/>
            <a:ext cx="6680200" cy="462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883EA8-405C-4148-8C2F-1388E1E31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120" y="1690688"/>
            <a:ext cx="7220980" cy="440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3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3458</TotalTime>
  <Words>22</Words>
  <Application>Microsoft Macintosh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Why we should not use  3-D in Graphs</vt:lpstr>
      <vt:lpstr>3-D ALWAYS creates Lie Factor</vt:lpstr>
      <vt:lpstr>3-D ALWAYS creates Lie Factor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 we should not use 3-D in Graphs</dc:title>
  <dc:creator>John Frederick Tripp</dc:creator>
  <cp:lastModifiedBy>John Frederick Tripp</cp:lastModifiedBy>
  <cp:revision>6</cp:revision>
  <dcterms:created xsi:type="dcterms:W3CDTF">2019-07-10T18:55:14Z</dcterms:created>
  <dcterms:modified xsi:type="dcterms:W3CDTF">2020-05-03T15:21:27Z</dcterms:modified>
</cp:coreProperties>
</file>