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55" r:id="rId3"/>
    <p:sldId id="340" r:id="rId4"/>
    <p:sldId id="341" r:id="rId5"/>
    <p:sldId id="342" r:id="rId6"/>
    <p:sldId id="343" r:id="rId7"/>
    <p:sldId id="356" r:id="rId8"/>
    <p:sldId id="357" r:id="rId9"/>
    <p:sldId id="358" r:id="rId10"/>
    <p:sldId id="359" r:id="rId11"/>
    <p:sldId id="3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398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8658-7840-9047-B4A2-1837FC996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C5B7D-B499-D04E-B7D3-E64B00BA8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1E3B0-6F16-294C-BAA7-4EB679AD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83109-1D66-1F48-95FE-F3CADBED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172A-1085-7C4F-A14D-412D23BC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2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DA9FD-1B30-FD42-9374-CF77185C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8B6C1-B0F2-D049-9406-176733A55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B925A-2BEB-6E4F-9556-F7709DD4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FE41-4EFF-5341-ACCF-B6AEDA4E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13C4D-9F6B-0049-8206-DDB171EA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9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1C84-0FF0-414B-A2C5-89885030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18FDE-90AB-C74D-9FBC-BF3CB06EB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8547-C971-5545-8455-EBA19E72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3BDA6-B7FB-2B40-BFC7-8C60E6B2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C12C2-A246-0E4C-B1BF-834ADBD8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3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B990-57A9-F14C-98BB-0FBCFFC9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3195-A87E-EF42-B504-C8CEA4D8E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0B846-AB07-C244-BCB3-88E3C0CC8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FB896-E259-9C4C-B325-4BA191AD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3EA2C-495D-3C4A-9058-194A8542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90F55-2704-2747-BEB9-1F7A6CD0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4AEE-6000-4142-9D6D-D74E375ED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61481-4E8E-0044-90FE-56D46B169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245B1-F6AC-BF4D-9B08-B1E1ABC9F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39643-0A79-874A-81CC-AB58EAEA0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D7B82-A516-2944-ABD8-17F7F8193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C7A354-C36F-B046-9797-62BEF85A9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99EBF-1575-9644-81DD-08727BFDD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8D44B-8ECB-2548-850A-852607F7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3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E91D-5165-D047-ACEA-03C36800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36DA0-D099-C24C-8DE5-EE999F9C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AF3F5-E9A7-5046-9A32-C759D417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CF7DA-0A43-464C-BEEF-C21BAAC2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6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DCF15-3246-4849-9D27-5CD830FD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69311-AEE2-8F43-A096-F12AFA8C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DEF7E-EFC8-6345-9ED3-4F8E8DD6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0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D676-DE12-504E-8C70-A207E1B1A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773C-A59E-9448-913B-DF660D77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327B2-82F3-DB48-B1FB-D7B024C1C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9E79F-8D13-C94A-990A-7F9D23B0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EFA79-B538-7945-827F-8B31FE36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E1D04-B908-944A-BCDF-71BBADC5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4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897D-F22F-8244-BE7D-C91BEDA2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733BA-1275-D04E-94FA-1CE4BB57A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63384-6C93-154D-9F4C-482601DA6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4DAAB-2F33-6445-AA81-EDCC92CD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FAC0E-449F-A64E-9538-149DAE13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F1707-75BE-A74F-91B6-D2C29115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9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96E0-FCC7-B846-82BD-6E9F365F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CF043-30E8-FB47-927B-754646333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17BF7-B628-F844-BE75-CB51D69F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85C16-E4D0-D948-8FF9-777F6267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3919C-399C-3144-A7EF-95F7B94E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03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BD1A3-CFAB-F94D-8930-E4D0B8DE5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419EB-7022-A347-98DC-A167635CC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6148E-8DE1-304A-B467-4D7B5F3D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94474-D564-B146-B288-FD2A57B2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A5993-186B-D04A-8A50-8581580A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843D2-1D7A-8D46-B01F-E4E5B0B1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09B87-A4C9-F745-9C21-ECBA58690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ABDAC-6B25-5F4F-A6BA-16E788F01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5D1EF-7279-064F-A2C8-CBB0C9E9C230}" type="datetimeFigureOut">
              <a:rPr lang="en-US" smtClean="0"/>
              <a:t>11/27/20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4CFE8-05E5-2240-85ED-7269179B3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01DA0-5CD9-7A49-A374-CCF7EFC8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A31E5-6732-884F-AF9F-7D1E1F7C8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4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C6EF-7FD3-7548-9B9D-730832DD2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Dimensionality on 2-D Graph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90252-BD8D-5645-BF8F-A9DAB6188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398189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Hans </a:t>
            </a:r>
            <a:r>
              <a:rPr lang="en-US" dirty="0" err="1"/>
              <a:t>Rosling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Maximum number of data dimensions (fields) that can be displayed on an X-Y “Scatterplot” type graph?</a:t>
            </a:r>
          </a:p>
        </p:txBody>
      </p:sp>
    </p:spTree>
    <p:extLst>
      <p:ext uri="{BB962C8B-B14F-4D97-AF65-F5344CB8AC3E}">
        <p14:creationId xmlns:p14="http://schemas.microsoft.com/office/powerpoint/2010/main" val="379508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Hans </a:t>
            </a:r>
            <a:r>
              <a:rPr lang="en-US" dirty="0" err="1"/>
              <a:t>Rosling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1329112"/>
            <a:ext cx="6851650" cy="471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0"/>
            <a:ext cx="7811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0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0" y="0"/>
            <a:ext cx="7855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88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# of Data Dimensions on 2-D Graph</a:t>
            </a:r>
          </a:p>
        </p:txBody>
      </p:sp>
      <p:pic>
        <p:nvPicPr>
          <p:cNvPr id="4" name="Picture 3" descr="A close up of a white wall&#10;&#10;Description automatically generated">
            <a:extLst>
              <a:ext uri="{FF2B5EF4-FFF2-40B4-BE49-F238E27FC236}">
                <a16:creationId xmlns:a16="http://schemas.microsoft.com/office/drawing/2014/main" id="{32C954ED-709F-F847-8812-8B2DD1C2E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502" y="1295226"/>
            <a:ext cx="5309298" cy="5281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B43DA0-47AE-814A-A670-886AB1546CA3}"/>
              </a:ext>
            </a:extLst>
          </p:cNvPr>
          <p:cNvSpPr txBox="1"/>
          <p:nvPr/>
        </p:nvSpPr>
        <p:spPr>
          <a:xfrm>
            <a:off x="1064712" y="2192055"/>
            <a:ext cx="1517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X-Position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Y-Position</a:t>
            </a:r>
          </a:p>
        </p:txBody>
      </p:sp>
    </p:spTree>
    <p:extLst>
      <p:ext uri="{BB962C8B-B14F-4D97-AF65-F5344CB8AC3E}">
        <p14:creationId xmlns:p14="http://schemas.microsoft.com/office/powerpoint/2010/main" val="4281749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# of Data Dimensions on 2-D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43DA0-47AE-814A-A670-886AB1546CA3}"/>
              </a:ext>
            </a:extLst>
          </p:cNvPr>
          <p:cNvSpPr txBox="1"/>
          <p:nvPr/>
        </p:nvSpPr>
        <p:spPr>
          <a:xfrm>
            <a:off x="1064712" y="2192055"/>
            <a:ext cx="14645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X-Position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30190791-9478-844B-9F6A-FDBE1A72A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270" y="1325563"/>
            <a:ext cx="511953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91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# of Data Dimensions on 2-D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43DA0-47AE-814A-A670-886AB1546CA3}"/>
              </a:ext>
            </a:extLst>
          </p:cNvPr>
          <p:cNvSpPr txBox="1"/>
          <p:nvPr/>
        </p:nvSpPr>
        <p:spPr>
          <a:xfrm>
            <a:off x="1064712" y="2192055"/>
            <a:ext cx="14645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X-Position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Size</a:t>
            </a:r>
          </a:p>
        </p:txBody>
      </p:sp>
      <p:pic>
        <p:nvPicPr>
          <p:cNvPr id="6" name="Picture 5" descr="A picture containing sky&#10;&#10;Description automatically generated">
            <a:extLst>
              <a:ext uri="{FF2B5EF4-FFF2-40B4-BE49-F238E27FC236}">
                <a16:creationId xmlns:a16="http://schemas.microsoft.com/office/drawing/2014/main" id="{1AE62C0F-7775-244E-89D0-3183A1DCA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351" y="1325563"/>
            <a:ext cx="496493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69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# of Data Dimensions on 2-D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43DA0-47AE-814A-A670-886AB1546CA3}"/>
              </a:ext>
            </a:extLst>
          </p:cNvPr>
          <p:cNvSpPr txBox="1"/>
          <p:nvPr/>
        </p:nvSpPr>
        <p:spPr>
          <a:xfrm>
            <a:off x="1064712" y="2192055"/>
            <a:ext cx="15050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X-Position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Animation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680D50D-E8A6-514A-A313-32804315E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5563"/>
            <a:ext cx="5113133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4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# of Data Dimensions on 2-D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43DA0-47AE-814A-A670-886AB1546CA3}"/>
              </a:ext>
            </a:extLst>
          </p:cNvPr>
          <p:cNvSpPr txBox="1"/>
          <p:nvPr/>
        </p:nvSpPr>
        <p:spPr>
          <a:xfrm>
            <a:off x="1064712" y="2192055"/>
            <a:ext cx="15050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X-Position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Animation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Shape</a:t>
            </a: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5A89A4A4-82FA-7A4D-9D60-96E0A09D1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298" y="1352811"/>
            <a:ext cx="5317989" cy="534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3AFFA7-9F79-ED45-A9B3-A3CB0E42B06A}"/>
              </a:ext>
            </a:extLst>
          </p:cNvPr>
          <p:cNvSpPr/>
          <p:nvPr/>
        </p:nvSpPr>
        <p:spPr>
          <a:xfrm>
            <a:off x="588723" y="3644511"/>
            <a:ext cx="3798342" cy="9645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Only Use One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# of Data Dimensions on 2-D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6F3D-06DE-8A42-8952-B4F4BB25C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293307" cy="300942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X-Position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Y-Position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Animation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Shape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F4BAE1-4E7E-5A46-923A-7CFBE86B6997}"/>
              </a:ext>
            </a:extLst>
          </p:cNvPr>
          <p:cNvSpPr txBox="1">
            <a:spLocks/>
          </p:cNvSpPr>
          <p:nvPr/>
        </p:nvSpPr>
        <p:spPr>
          <a:xfrm>
            <a:off x="6534364" y="1825625"/>
            <a:ext cx="4383241" cy="3009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So, there are a maximum of 6 dimensions possible in a 2-D Graph – but we will only ever use a maximum of 5 (and usually fewer)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3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145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Dimensionality on 2-D Graph</vt:lpstr>
      <vt:lpstr>Hans Rosling</vt:lpstr>
      <vt:lpstr>Example – Hans Rosling</vt:lpstr>
      <vt:lpstr>PowerPoint Presentation</vt:lpstr>
      <vt:lpstr>PowerPoint Presentation</vt:lpstr>
      <vt:lpstr>Maximum # of Data Dimensions on 2-D Graph</vt:lpstr>
      <vt:lpstr>Maximum # of Data Dimensions on 2-D Graph</vt:lpstr>
      <vt:lpstr>Maximum # of Data Dimensions on 2-D Graph</vt:lpstr>
      <vt:lpstr>Maximum # of Data Dimensions on 2-D Graph</vt:lpstr>
      <vt:lpstr>Maximum # of Data Dimensions on 2-D Graph</vt:lpstr>
      <vt:lpstr>Maximum # of Data Dimensions on 2-D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on 2-D Graph</dc:title>
  <dc:creator>Tripp, John</dc:creator>
  <cp:lastModifiedBy>John Tripp</cp:lastModifiedBy>
  <cp:revision>3</cp:revision>
  <dcterms:created xsi:type="dcterms:W3CDTF">2019-05-08T16:50:39Z</dcterms:created>
  <dcterms:modified xsi:type="dcterms:W3CDTF">2020-11-28T01:37:31Z</dcterms:modified>
</cp:coreProperties>
</file>