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6327"/>
  </p:normalViewPr>
  <p:slideViewPr>
    <p:cSldViewPr snapToGrid="0" snapToObjects="1">
      <p:cViewPr varScale="1">
        <p:scale>
          <a:sx n="141" d="100"/>
          <a:sy n="141" d="100"/>
        </p:scale>
        <p:origin x="224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A10F5-62FC-5845-93F1-8A4BE8E5E0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628434-797F-7442-A533-A325D2E38B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1255A9-4356-9B4F-9087-9838958B4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1A1B1-2D47-544D-8181-053C48F0CD54}" type="datetimeFigureOut">
              <a:rPr lang="en-US" smtClean="0"/>
              <a:t>6/6/20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8485EA-7A20-4541-A684-8296E0860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20F71C-EF7F-3646-A2F1-2E52683C1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368E9-32AA-FC44-9491-A6F35242F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2766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66980-E0CC-E543-A964-EE3128EEF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59992C-1A9C-0943-8389-63B091973B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18F150-9E03-BB4E-B136-A0A6A497E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1A1B1-2D47-544D-8181-053C48F0CD54}" type="datetimeFigureOut">
              <a:rPr lang="en-US" smtClean="0"/>
              <a:t>6/6/20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09D0AD-68CF-1E47-BBC7-5373B8548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5EF911-9C0E-1044-9960-9760FADD2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368E9-32AA-FC44-9491-A6F35242F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170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9118C-D2E6-FD4D-8F97-7A3662B4E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FC77B9-E35E-5E4F-A11C-D472B0C316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C69630-D367-6C48-8F04-5C07A23FD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1A1B1-2D47-544D-8181-053C48F0CD54}" type="datetimeFigureOut">
              <a:rPr lang="en-US" smtClean="0"/>
              <a:t>6/6/20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80C8CA-4673-7B4F-8661-F01D79623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D78924-3939-B446-A6E3-CA6BC2CA3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368E9-32AA-FC44-9491-A6F35242F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8299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3CC0E-0EF7-2C46-A075-D71E510A9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83E95F-F0E5-8E4C-B294-4BFF2BAC9C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E86D88-362B-D64E-AC9D-C1F39AE9FF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EBF502-1CD3-C14A-8EDB-432812684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1A1B1-2D47-544D-8181-053C48F0CD54}" type="datetimeFigureOut">
              <a:rPr lang="en-US" smtClean="0"/>
              <a:t>6/6/20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2AF7CB-E4F5-3B40-8D7E-1F567A39A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DF42F6-BA6E-1A4D-BA1E-328B51D20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368E9-32AA-FC44-9491-A6F35242F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1927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C46B6-5460-4E4E-983C-48992A94F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E37957-E16B-2D43-A9CE-E6362F3B9C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88F35C-289C-2B40-8DA5-091978BAEC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2607D9-C394-4643-88FA-0CB8F50F02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822EAE-74CB-2148-942B-F1261FBE9B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1E15347-074C-E944-9396-A7A199F54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1A1B1-2D47-544D-8181-053C48F0CD54}" type="datetimeFigureOut">
              <a:rPr lang="en-US" smtClean="0"/>
              <a:t>6/6/20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9F3520-362A-E943-A87B-04B053183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5E8BAE-F15F-4C45-9240-9E6139DDB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368E9-32AA-FC44-9491-A6F35242F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0403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B0FBA-50E4-1048-8873-F0305BF68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BC5E85-C961-654F-93D8-9D7F072E0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1A1B1-2D47-544D-8181-053C48F0CD54}" type="datetimeFigureOut">
              <a:rPr lang="en-US" smtClean="0"/>
              <a:t>6/6/20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80D82B-CCB7-EF4F-9B51-F1EE1AAB1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8E408A-AE4A-2547-ACC8-2EBC8FE98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368E9-32AA-FC44-9491-A6F35242F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024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4C8847-D9D9-8C48-AF29-2C1C9CEDA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1A1B1-2D47-544D-8181-053C48F0CD54}" type="datetimeFigureOut">
              <a:rPr lang="en-US" smtClean="0"/>
              <a:t>6/6/20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D65B4B-47E6-A648-BB5B-D13E6B89D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08B058-5542-104D-8C4E-98B8E4854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368E9-32AA-FC44-9491-A6F35242F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3620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D3E75-6DEB-6544-A376-7871677B5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976D55-E7F9-2647-BFE2-B885286C44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A049B7-C865-974A-A7EB-270AE334DC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37C438-935A-104E-BFDD-993BC4ACF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1A1B1-2D47-544D-8181-053C48F0CD54}" type="datetimeFigureOut">
              <a:rPr lang="en-US" smtClean="0"/>
              <a:t>6/6/20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8DAE7D-5F2C-904A-9E01-860387F97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9FAF18-B5C3-9E45-8728-034D5B3C6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368E9-32AA-FC44-9491-A6F35242F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473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55A41-1225-A043-8AF2-2E6A1D30F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F3CFE5-71D8-A44B-936F-F13D55952A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3BB161-803E-1149-9803-E1AEB92901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0C21D2-B205-724E-AF74-F68643A42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1A1B1-2D47-544D-8181-053C48F0CD54}" type="datetimeFigureOut">
              <a:rPr lang="en-US" smtClean="0"/>
              <a:t>6/6/20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5A98B7-8690-7448-B7C8-BF9BAF811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CAD44F-3316-024D-981E-12E8D49CF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368E9-32AA-FC44-9491-A6F35242F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808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5E1E3-DBD7-4B48-BB26-886B82F3E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6772BA-EA81-B34F-A543-947BDD827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4CDFF5-B2F4-B841-B17A-407EEC7C2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1A1B1-2D47-544D-8181-053C48F0CD54}" type="datetimeFigureOut">
              <a:rPr lang="en-US" smtClean="0"/>
              <a:t>6/6/20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DF988C-AB34-D341-916B-8D5560252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4C32AF-B6A5-8A42-8295-BB782455F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368E9-32AA-FC44-9491-A6F35242F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6983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5623B06-5D22-9442-9CD9-B7A96F732D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77BA77-F19F-B640-B46C-31D50CEE5E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CFA5EC-C026-A445-A94E-00E4E7038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1A1B1-2D47-544D-8181-053C48F0CD54}" type="datetimeFigureOut">
              <a:rPr lang="en-US" smtClean="0"/>
              <a:t>6/6/20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077D5-C586-6745-AA8E-2A30912DF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5B4419-EB11-454E-83EF-DA62CF34F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368E9-32AA-FC44-9491-A6F35242F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5511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93CEABC-C146-954A-9282-CF4D6AA3E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E3767D-0A0A-D042-8838-F58880BE5E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41DD2C-402C-5847-9FC2-999D5B27F9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D1A1B1-2D47-544D-8181-053C48F0CD54}" type="datetimeFigureOut">
              <a:rPr lang="en-US" smtClean="0"/>
              <a:t>6/6/20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2F06D4-FA95-9D41-B943-49C1CFC817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EF0528-3ED6-C745-87F0-9A450F8AEE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2368E9-32AA-FC44-9491-A6F35242FA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119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8CF54-5D8F-1640-AB7F-7FF0A5FC356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Exam Thoughts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0C2CE7-EE50-0D45-9E83-7DB65186F58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9552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EB3A2-8203-D044-A86E-BC27072DE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552B12-EFF9-8A43-BC1F-4DA26AC1BB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About 15-20 multiple choice or fill in the blank kinds of questions.</a:t>
            </a:r>
          </a:p>
          <a:p>
            <a:r>
              <a:rPr lang="en-US" dirty="0"/>
              <a:t>Tableau hands on</a:t>
            </a:r>
          </a:p>
        </p:txBody>
      </p:sp>
    </p:spTree>
    <p:extLst>
      <p:ext uri="{BB962C8B-B14F-4D97-AF65-F5344CB8AC3E}">
        <p14:creationId xmlns:p14="http://schemas.microsoft.com/office/powerpoint/2010/main" val="42619513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1B83B-9EF7-AA4C-8B4F-0C017E558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 Choice/Fill In Blanks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10E841-583E-C943-9E82-03D8A652F4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Some of these will be based on doing something with the Tableau Superstore data set.</a:t>
            </a:r>
          </a:p>
          <a:p>
            <a:r>
              <a:rPr lang="en-US" dirty="0"/>
              <a:t>Study:</a:t>
            </a:r>
          </a:p>
          <a:p>
            <a:pPr lvl="1"/>
            <a:r>
              <a:rPr lang="en-US" dirty="0"/>
              <a:t>Tufte Rules</a:t>
            </a:r>
          </a:p>
          <a:p>
            <a:pPr lvl="1"/>
            <a:r>
              <a:rPr lang="en-US" dirty="0"/>
              <a:t>Meta-Rules</a:t>
            </a:r>
          </a:p>
          <a:p>
            <a:pPr lvl="1"/>
            <a:r>
              <a:rPr lang="en-US" dirty="0"/>
              <a:t>Gestalt principles</a:t>
            </a:r>
          </a:p>
          <a:p>
            <a:pPr lvl="1"/>
            <a:r>
              <a:rPr lang="en-US" i="1" dirty="0"/>
              <a:t>Why</a:t>
            </a:r>
            <a:r>
              <a:rPr lang="en-US" dirty="0"/>
              <a:t> we use the graphs we’ve discussed.</a:t>
            </a:r>
          </a:p>
          <a:p>
            <a:pPr lvl="1"/>
            <a:endParaRPr lang="en-US" i="1" dirty="0"/>
          </a:p>
          <a:p>
            <a:r>
              <a:rPr lang="en-US" dirty="0"/>
              <a:t>Functions in Tableau that we’ve used to do “non-standard” things.</a:t>
            </a:r>
          </a:p>
        </p:txBody>
      </p:sp>
    </p:spTree>
    <p:extLst>
      <p:ext uri="{BB962C8B-B14F-4D97-AF65-F5344CB8AC3E}">
        <p14:creationId xmlns:p14="http://schemas.microsoft.com/office/powerpoint/2010/main" val="24805129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61495-5795-0748-9A27-770484893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Tableau Stuff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E489A6-A5DC-D442-B4BF-78B9F3EF01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Charts:</a:t>
            </a:r>
          </a:p>
          <a:p>
            <a:pPr lvl="1"/>
            <a:r>
              <a:rPr lang="en-US" dirty="0"/>
              <a:t>Anything we’ve used from “Show Me”</a:t>
            </a:r>
          </a:p>
          <a:p>
            <a:pPr lvl="1"/>
            <a:r>
              <a:rPr lang="en-US" dirty="0"/>
              <a:t>Pareto Charts</a:t>
            </a:r>
          </a:p>
          <a:p>
            <a:pPr lvl="1"/>
            <a:r>
              <a:rPr lang="en-US" dirty="0"/>
              <a:t>Maps</a:t>
            </a:r>
          </a:p>
          <a:p>
            <a:pPr lvl="1"/>
            <a:r>
              <a:rPr lang="en-US" dirty="0"/>
              <a:t>Sparklines (review the hands on!)</a:t>
            </a:r>
          </a:p>
          <a:p>
            <a:pPr lvl="1"/>
            <a:r>
              <a:rPr lang="en-US" dirty="0"/>
              <a:t>Bullet Graphs (review the hands on!)</a:t>
            </a:r>
          </a:p>
          <a:p>
            <a:r>
              <a:rPr lang="en-US" dirty="0"/>
              <a:t>Level of Detail Expressions</a:t>
            </a:r>
          </a:p>
          <a:p>
            <a:r>
              <a:rPr lang="en-US" dirty="0"/>
              <a:t>Tool Tips</a:t>
            </a:r>
          </a:p>
        </p:txBody>
      </p:sp>
    </p:spTree>
    <p:extLst>
      <p:ext uri="{BB962C8B-B14F-4D97-AF65-F5344CB8AC3E}">
        <p14:creationId xmlns:p14="http://schemas.microsoft.com/office/powerpoint/2010/main" val="6475967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DC5DD-0695-CC4B-A6C2-0C2182FB3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C683D2-666E-8943-8DF0-E2A33DD002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Tableau is worth 60%</a:t>
            </a:r>
          </a:p>
          <a:p>
            <a:pPr lvl="1"/>
            <a:r>
              <a:rPr lang="en-US" dirty="0"/>
              <a:t>If you don’t turn in as PACKAGED workbook, then you lose 10% of total grade off the top.</a:t>
            </a:r>
          </a:p>
          <a:p>
            <a:r>
              <a:rPr lang="en-US" dirty="0"/>
              <a:t>“Quiz” is worth 40%</a:t>
            </a:r>
          </a:p>
          <a:p>
            <a:endParaRPr lang="en-US" dirty="0"/>
          </a:p>
          <a:p>
            <a:r>
              <a:rPr lang="en-US" dirty="0"/>
              <a:t>I do NOT expect that everyone will be able to complete all of the work before the 2-hour limit is reached. </a:t>
            </a:r>
          </a:p>
          <a:p>
            <a:pPr lvl="1"/>
            <a:r>
              <a:rPr lang="en-US" dirty="0"/>
              <a:t>Don’t worry about that. Grades will be curved to meet the defined distribution for the program.</a:t>
            </a:r>
          </a:p>
          <a:p>
            <a:pPr lvl="1"/>
            <a:r>
              <a:rPr lang="en-US" dirty="0"/>
              <a:t>Your goal should be to “beat the mean” – which is another reason (beyond the honor code) that you SHOULD NOT HELP ONE ANOTHER.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55750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210</Words>
  <Application>Microsoft Macintosh PowerPoint</Application>
  <PresentationFormat>Widescreen</PresentationFormat>
  <Paragraphs>30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Exam Thoughts</vt:lpstr>
      <vt:lpstr>Exam Components</vt:lpstr>
      <vt:lpstr>Multiple Choice/Fill In Blanks </vt:lpstr>
      <vt:lpstr>Tableau Stuff </vt:lpstr>
      <vt:lpstr>Marks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Exam Thoughts</dc:title>
  <dc:creator>John Frederick Tripp</dc:creator>
  <cp:lastModifiedBy>John Frederick Tripp</cp:lastModifiedBy>
  <cp:revision>5</cp:revision>
  <dcterms:created xsi:type="dcterms:W3CDTF">2020-06-06T22:58:04Z</dcterms:created>
  <dcterms:modified xsi:type="dcterms:W3CDTF">2020-06-07T00:14:38Z</dcterms:modified>
</cp:coreProperties>
</file>