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5" r:id="rId2"/>
    <p:sldId id="300" r:id="rId3"/>
    <p:sldId id="319" r:id="rId4"/>
    <p:sldId id="320" r:id="rId5"/>
    <p:sldId id="311" r:id="rId6"/>
    <p:sldId id="341" r:id="rId7"/>
    <p:sldId id="323" r:id="rId8"/>
    <p:sldId id="324" r:id="rId9"/>
    <p:sldId id="327" r:id="rId10"/>
    <p:sldId id="347" r:id="rId11"/>
    <p:sldId id="328" r:id="rId12"/>
    <p:sldId id="303" r:id="rId13"/>
    <p:sldId id="310" r:id="rId14"/>
    <p:sldId id="318" r:id="rId15"/>
    <p:sldId id="315" r:id="rId16"/>
  </p:sldIdLst>
  <p:sldSz cx="9144000" cy="6858000" type="screen4x3"/>
  <p:notesSz cx="7315200" cy="96012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6D4C3C-4B30-2A41-BCBB-3A099979498C}" v="12" dt="2021-06-29T18:59:29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3"/>
    <p:restoredTop sz="71937" autoAdjust="0"/>
  </p:normalViewPr>
  <p:slideViewPr>
    <p:cSldViewPr>
      <p:cViewPr varScale="1">
        <p:scale>
          <a:sx n="127" d="100"/>
          <a:sy n="127" d="100"/>
        </p:scale>
        <p:origin x="225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ith Pamuru Subramanya Rama" userId="9e09e783-ca1a-467a-b9d5-f147efdbd314" providerId="ADAL" clId="{DA6D4C3C-4B30-2A41-BCBB-3A099979498C}"/>
    <pc:docChg chg="undo custSel delSld modSld">
      <pc:chgData name="Vandith Pamuru Subramanya Rama" userId="9e09e783-ca1a-467a-b9d5-f147efdbd314" providerId="ADAL" clId="{DA6D4C3C-4B30-2A41-BCBB-3A099979498C}" dt="2021-06-29T18:59:29.903" v="86" actId="1076"/>
      <pc:docMkLst>
        <pc:docMk/>
      </pc:docMkLst>
      <pc:sldChg chg="addSp delSp modSp mod setBg addAnim delAnim">
        <pc:chgData name="Vandith Pamuru Subramanya Rama" userId="9e09e783-ca1a-467a-b9d5-f147efdbd314" providerId="ADAL" clId="{DA6D4C3C-4B30-2A41-BCBB-3A099979498C}" dt="2021-06-29T15:37:27.686" v="39" actId="26606"/>
        <pc:sldMkLst>
          <pc:docMk/>
          <pc:sldMk cId="4241816374" sldId="265"/>
        </pc:sldMkLst>
        <pc:spChg chg="mod">
          <ac:chgData name="Vandith Pamuru Subramanya Rama" userId="9e09e783-ca1a-467a-b9d5-f147efdbd314" providerId="ADAL" clId="{DA6D4C3C-4B30-2A41-BCBB-3A099979498C}" dt="2021-06-29T15:37:27.686" v="39" actId="26606"/>
          <ac:spMkLst>
            <pc:docMk/>
            <pc:sldMk cId="4241816374" sldId="265"/>
            <ac:spMk id="2" creationId="{00000000-0000-0000-0000-000000000000}"/>
          </ac:spMkLst>
        </pc:spChg>
        <pc:spChg chg="mod">
          <ac:chgData name="Vandith Pamuru Subramanya Rama" userId="9e09e783-ca1a-467a-b9d5-f147efdbd314" providerId="ADAL" clId="{DA6D4C3C-4B30-2A41-BCBB-3A099979498C}" dt="2021-06-29T15:37:27.686" v="39" actId="26606"/>
          <ac:spMkLst>
            <pc:docMk/>
            <pc:sldMk cId="4241816374" sldId="265"/>
            <ac:spMk id="3" creationId="{00000000-0000-0000-0000-000000000000}"/>
          </ac:spMkLst>
        </pc:spChg>
        <pc:spChg chg="add del">
          <ac:chgData name="Vandith Pamuru Subramanya Rama" userId="9e09e783-ca1a-467a-b9d5-f147efdbd314" providerId="ADAL" clId="{DA6D4C3C-4B30-2A41-BCBB-3A099979498C}" dt="2021-06-29T15:37:22.343" v="34" actId="26606"/>
          <ac:spMkLst>
            <pc:docMk/>
            <pc:sldMk cId="4241816374" sldId="265"/>
            <ac:spMk id="74" creationId="{0A597D97-203B-498B-95D3-E90DC961039F}"/>
          </ac:spMkLst>
        </pc:spChg>
        <pc:spChg chg="add del">
          <ac:chgData name="Vandith Pamuru Subramanya Rama" userId="9e09e783-ca1a-467a-b9d5-f147efdbd314" providerId="ADAL" clId="{DA6D4C3C-4B30-2A41-BCBB-3A099979498C}" dt="2021-06-29T15:37:22.343" v="34" actId="26606"/>
          <ac:spMkLst>
            <pc:docMk/>
            <pc:sldMk cId="4241816374" sldId="265"/>
            <ac:spMk id="76" creationId="{6A6EF10E-DF41-4BD3-8EB4-6F646531DC26}"/>
          </ac:spMkLst>
        </pc:spChg>
        <pc:spChg chg="add del">
          <ac:chgData name="Vandith Pamuru Subramanya Rama" userId="9e09e783-ca1a-467a-b9d5-f147efdbd314" providerId="ADAL" clId="{DA6D4C3C-4B30-2A41-BCBB-3A099979498C}" dt="2021-06-29T15:37:27.678" v="38" actId="26606"/>
          <ac:spMkLst>
            <pc:docMk/>
            <pc:sldMk cId="4241816374" sldId="265"/>
            <ac:spMk id="78" creationId="{506D7452-6CDE-4381-86CE-07B2459383D5}"/>
          </ac:spMkLst>
        </pc:spChg>
        <pc:spChg chg="add del">
          <ac:chgData name="Vandith Pamuru Subramanya Rama" userId="9e09e783-ca1a-467a-b9d5-f147efdbd314" providerId="ADAL" clId="{DA6D4C3C-4B30-2A41-BCBB-3A099979498C}" dt="2021-06-29T15:37:27.678" v="38" actId="26606"/>
          <ac:spMkLst>
            <pc:docMk/>
            <pc:sldMk cId="4241816374" sldId="265"/>
            <ac:spMk id="80" creationId="{762DA937-8B55-4317-BD32-98D7AF30E39E}"/>
          </ac:spMkLst>
        </pc:spChg>
        <pc:spChg chg="add del">
          <ac:chgData name="Vandith Pamuru Subramanya Rama" userId="9e09e783-ca1a-467a-b9d5-f147efdbd314" providerId="ADAL" clId="{DA6D4C3C-4B30-2A41-BCBB-3A099979498C}" dt="2021-06-29T15:37:27.678" v="38" actId="26606"/>
          <ac:spMkLst>
            <pc:docMk/>
            <pc:sldMk cId="4241816374" sldId="265"/>
            <ac:spMk id="82" creationId="{C52EE5A8-045B-4D39-8ED1-513334085EEC}"/>
          </ac:spMkLst>
        </pc:spChg>
        <pc:spChg chg="add del">
          <ac:chgData name="Vandith Pamuru Subramanya Rama" userId="9e09e783-ca1a-467a-b9d5-f147efdbd314" providerId="ADAL" clId="{DA6D4C3C-4B30-2A41-BCBB-3A099979498C}" dt="2021-06-29T15:37:27.678" v="38" actId="26606"/>
          <ac:spMkLst>
            <pc:docMk/>
            <pc:sldMk cId="4241816374" sldId="265"/>
            <ac:spMk id="36870" creationId="{6234BCC6-39B9-47D9-8BF8-C665401AE23C}"/>
          </ac:spMkLst>
        </pc:spChg>
        <pc:spChg chg="add del">
          <ac:chgData name="Vandith Pamuru Subramanya Rama" userId="9e09e783-ca1a-467a-b9d5-f147efdbd314" providerId="ADAL" clId="{DA6D4C3C-4B30-2A41-BCBB-3A099979498C}" dt="2021-06-29T15:37:27.678" v="38" actId="26606"/>
          <ac:spMkLst>
            <pc:docMk/>
            <pc:sldMk cId="4241816374" sldId="265"/>
            <ac:spMk id="36871" creationId="{72A9CE9D-DAC3-40AF-B504-78A64A909F9D}"/>
          </ac:spMkLst>
        </pc:spChg>
        <pc:spChg chg="add">
          <ac:chgData name="Vandith Pamuru Subramanya Rama" userId="9e09e783-ca1a-467a-b9d5-f147efdbd314" providerId="ADAL" clId="{DA6D4C3C-4B30-2A41-BCBB-3A099979498C}" dt="2021-06-29T15:37:27.686" v="39" actId="26606"/>
          <ac:spMkLst>
            <pc:docMk/>
            <pc:sldMk cId="4241816374" sldId="265"/>
            <ac:spMk id="36873" creationId="{A2AEA782-0EA4-42E9-871D-7401D6A09739}"/>
          </ac:spMkLst>
        </pc:spChg>
        <pc:spChg chg="add">
          <ac:chgData name="Vandith Pamuru Subramanya Rama" userId="9e09e783-ca1a-467a-b9d5-f147efdbd314" providerId="ADAL" clId="{DA6D4C3C-4B30-2A41-BCBB-3A099979498C}" dt="2021-06-29T15:37:27.686" v="39" actId="26606"/>
          <ac:spMkLst>
            <pc:docMk/>
            <pc:sldMk cId="4241816374" sldId="265"/>
            <ac:spMk id="36874" creationId="{B0992639-1CDA-4FE6-BB95-E13221490740}"/>
          </ac:spMkLst>
        </pc:spChg>
        <pc:picChg chg="mod ord">
          <ac:chgData name="Vandith Pamuru Subramanya Rama" userId="9e09e783-ca1a-467a-b9d5-f147efdbd314" providerId="ADAL" clId="{DA6D4C3C-4B30-2A41-BCBB-3A099979498C}" dt="2021-06-29T15:37:27.686" v="39" actId="26606"/>
          <ac:picMkLst>
            <pc:docMk/>
            <pc:sldMk cId="4241816374" sldId="265"/>
            <ac:picMk id="19462" creationId="{00000000-0000-0000-0000-000000000000}"/>
          </ac:picMkLst>
        </pc:picChg>
        <pc:picChg chg="mod ord">
          <ac:chgData name="Vandith Pamuru Subramanya Rama" userId="9e09e783-ca1a-467a-b9d5-f147efdbd314" providerId="ADAL" clId="{DA6D4C3C-4B30-2A41-BCBB-3A099979498C}" dt="2021-06-29T15:37:27.686" v="39" actId="26606"/>
          <ac:picMkLst>
            <pc:docMk/>
            <pc:sldMk cId="4241816374" sldId="265"/>
            <ac:picMk id="36868" creationId="{00000000-0000-0000-0000-000000000000}"/>
          </ac:picMkLst>
        </pc:picChg>
      </pc:sldChg>
      <pc:sldChg chg="delSp modSp mod">
        <pc:chgData name="Vandith Pamuru Subramanya Rama" userId="9e09e783-ca1a-467a-b9d5-f147efdbd314" providerId="ADAL" clId="{DA6D4C3C-4B30-2A41-BCBB-3A099979498C}" dt="2021-06-29T18:59:29.903" v="86" actId="1076"/>
        <pc:sldMkLst>
          <pc:docMk/>
          <pc:sldMk cId="0" sldId="311"/>
        </pc:sldMkLst>
        <pc:picChg chg="mod">
          <ac:chgData name="Vandith Pamuru Subramanya Rama" userId="9e09e783-ca1a-467a-b9d5-f147efdbd314" providerId="ADAL" clId="{DA6D4C3C-4B30-2A41-BCBB-3A099979498C}" dt="2021-06-29T18:59:29.903" v="86" actId="1076"/>
          <ac:picMkLst>
            <pc:docMk/>
            <pc:sldMk cId="0" sldId="311"/>
            <ac:picMk id="2050" creationId="{00000000-0000-0000-0000-000000000000}"/>
          </ac:picMkLst>
        </pc:picChg>
        <pc:picChg chg="del">
          <ac:chgData name="Vandith Pamuru Subramanya Rama" userId="9e09e783-ca1a-467a-b9d5-f147efdbd314" providerId="ADAL" clId="{DA6D4C3C-4B30-2A41-BCBB-3A099979498C}" dt="2021-06-29T18:59:25.845" v="85" actId="478"/>
          <ac:picMkLst>
            <pc:docMk/>
            <pc:sldMk cId="0" sldId="311"/>
            <ac:picMk id="2055" creationId="{00000000-0000-0000-0000-000000000000}"/>
          </ac:picMkLst>
        </pc:picChg>
      </pc:sldChg>
      <pc:sldChg chg="addSp delSp modSp mod modAnim">
        <pc:chgData name="Vandith Pamuru Subramanya Rama" userId="9e09e783-ca1a-467a-b9d5-f147efdbd314" providerId="ADAL" clId="{DA6D4C3C-4B30-2A41-BCBB-3A099979498C}" dt="2021-06-29T18:59:03.263" v="84" actId="1076"/>
        <pc:sldMkLst>
          <pc:docMk/>
          <pc:sldMk cId="1380571661" sldId="320"/>
        </pc:sldMkLst>
        <pc:spChg chg="mod">
          <ac:chgData name="Vandith Pamuru Subramanya Rama" userId="9e09e783-ca1a-467a-b9d5-f147efdbd314" providerId="ADAL" clId="{DA6D4C3C-4B30-2A41-BCBB-3A099979498C}" dt="2021-06-29T15:38:33.920" v="64" actId="20577"/>
          <ac:spMkLst>
            <pc:docMk/>
            <pc:sldMk cId="1380571661" sldId="320"/>
            <ac:spMk id="2" creationId="{00000000-0000-0000-0000-000000000000}"/>
          </ac:spMkLst>
        </pc:spChg>
        <pc:spChg chg="add del mod">
          <ac:chgData name="Vandith Pamuru Subramanya Rama" userId="9e09e783-ca1a-467a-b9d5-f147efdbd314" providerId="ADAL" clId="{DA6D4C3C-4B30-2A41-BCBB-3A099979498C}" dt="2021-06-29T18:58:09.293" v="68"/>
          <ac:spMkLst>
            <pc:docMk/>
            <pc:sldMk cId="1380571661" sldId="320"/>
            <ac:spMk id="4" creationId="{450AC040-FC66-774A-BD9D-17FEC21BFF77}"/>
          </ac:spMkLst>
        </pc:spChg>
        <pc:picChg chg="add mod">
          <ac:chgData name="Vandith Pamuru Subramanya Rama" userId="9e09e783-ca1a-467a-b9d5-f147efdbd314" providerId="ADAL" clId="{DA6D4C3C-4B30-2A41-BCBB-3A099979498C}" dt="2021-06-29T18:59:03.263" v="84" actId="1076"/>
          <ac:picMkLst>
            <pc:docMk/>
            <pc:sldMk cId="1380571661" sldId="320"/>
            <ac:picMk id="5" creationId="{33DAE881-8B71-834B-991B-0B396407C03F}"/>
          </ac:picMkLst>
        </pc:picChg>
        <pc:picChg chg="mod">
          <ac:chgData name="Vandith Pamuru Subramanya Rama" userId="9e09e783-ca1a-467a-b9d5-f147efdbd314" providerId="ADAL" clId="{DA6D4C3C-4B30-2A41-BCBB-3A099979498C}" dt="2021-06-29T18:58:54.276" v="79" actId="1076"/>
          <ac:picMkLst>
            <pc:docMk/>
            <pc:sldMk cId="1380571661" sldId="320"/>
            <ac:picMk id="1026" creationId="{00000000-0000-0000-0000-000000000000}"/>
          </ac:picMkLst>
        </pc:picChg>
        <pc:picChg chg="mod">
          <ac:chgData name="Vandith Pamuru Subramanya Rama" userId="9e09e783-ca1a-467a-b9d5-f147efdbd314" providerId="ADAL" clId="{DA6D4C3C-4B30-2A41-BCBB-3A099979498C}" dt="2021-06-29T18:58:55.609" v="80" actId="1076"/>
          <ac:picMkLst>
            <pc:docMk/>
            <pc:sldMk cId="1380571661" sldId="320"/>
            <ac:picMk id="1028" creationId="{00000000-0000-0000-0000-000000000000}"/>
          </ac:picMkLst>
        </pc:picChg>
        <pc:picChg chg="mod">
          <ac:chgData name="Vandith Pamuru Subramanya Rama" userId="9e09e783-ca1a-467a-b9d5-f147efdbd314" providerId="ADAL" clId="{DA6D4C3C-4B30-2A41-BCBB-3A099979498C}" dt="2021-06-29T18:58:58.124" v="81" actId="1076"/>
          <ac:picMkLst>
            <pc:docMk/>
            <pc:sldMk cId="1380571661" sldId="320"/>
            <ac:picMk id="1034" creationId="{00000000-0000-0000-0000-000000000000}"/>
          </ac:picMkLst>
        </pc:picChg>
      </pc:sldChg>
      <pc:sldChg chg="modSp del mod">
        <pc:chgData name="Vandith Pamuru Subramanya Rama" userId="9e09e783-ca1a-467a-b9d5-f147efdbd314" providerId="ADAL" clId="{DA6D4C3C-4B30-2A41-BCBB-3A099979498C}" dt="2021-06-29T15:38:20.737" v="47" actId="2696"/>
        <pc:sldMkLst>
          <pc:docMk/>
          <pc:sldMk cId="3672057338" sldId="321"/>
        </pc:sldMkLst>
        <pc:spChg chg="mod">
          <ac:chgData name="Vandith Pamuru Subramanya Rama" userId="9e09e783-ca1a-467a-b9d5-f147efdbd314" providerId="ADAL" clId="{DA6D4C3C-4B30-2A41-BCBB-3A099979498C}" dt="2021-06-29T15:37:55.615" v="44" actId="20577"/>
          <ac:spMkLst>
            <pc:docMk/>
            <pc:sldMk cId="3672057338" sldId="321"/>
            <ac:spMk id="2" creationId="{00000000-0000-0000-0000-000000000000}"/>
          </ac:spMkLst>
        </pc:spChg>
        <pc:spChg chg="mod">
          <ac:chgData name="Vandith Pamuru Subramanya Rama" userId="9e09e783-ca1a-467a-b9d5-f147efdbd314" providerId="ADAL" clId="{DA6D4C3C-4B30-2A41-BCBB-3A099979498C}" dt="2021-06-29T15:38:09.897" v="46" actId="27636"/>
          <ac:spMkLst>
            <pc:docMk/>
            <pc:sldMk cId="3672057338" sldId="321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E3B47D-2DB1-435E-85D0-B3D299C72C01}" type="doc">
      <dgm:prSet loTypeId="urn:microsoft.com/office/officeart/2005/8/layout/gear1" loCatId="cycle" qsTypeId="urn:microsoft.com/office/officeart/2005/8/quickstyle/simple1" qsCatId="simple" csTypeId="urn:microsoft.com/office/officeart/2005/8/colors/accent1_2" csCatId="accent1" phldr="1"/>
      <dgm:spPr/>
    </dgm:pt>
    <dgm:pt modelId="{4B568CEF-AB2E-4AF8-A225-4CE7C2851440}">
      <dgm:prSet phldrT="[Text]" custT="1"/>
      <dgm:spPr/>
      <dgm:t>
        <a:bodyPr/>
        <a:lstStyle/>
        <a:p>
          <a:r>
            <a:rPr lang="en-US" sz="1800" dirty="0">
              <a:latin typeface="Bookman Old Style" pitchFamily="18" charset="0"/>
            </a:rPr>
            <a:t>Unsupervised Learning</a:t>
          </a:r>
        </a:p>
      </dgm:t>
    </dgm:pt>
    <dgm:pt modelId="{48A7C420-124C-4CEE-B70F-E7C7B1790345}" type="parTrans" cxnId="{D79C16C0-9A08-4F12-A25F-B102968DC5E6}">
      <dgm:prSet/>
      <dgm:spPr/>
      <dgm:t>
        <a:bodyPr/>
        <a:lstStyle/>
        <a:p>
          <a:endParaRPr lang="en-US"/>
        </a:p>
      </dgm:t>
    </dgm:pt>
    <dgm:pt modelId="{2C48C92A-787E-406B-A40E-3A279CBD932C}" type="sibTrans" cxnId="{D79C16C0-9A08-4F12-A25F-B102968DC5E6}">
      <dgm:prSet/>
      <dgm:spPr/>
      <dgm:t>
        <a:bodyPr/>
        <a:lstStyle/>
        <a:p>
          <a:endParaRPr lang="en-US"/>
        </a:p>
      </dgm:t>
    </dgm:pt>
    <dgm:pt modelId="{B572E276-83D2-4C1F-9A97-9AA420BB93E8}">
      <dgm:prSet phldrT="[Text]" custT="1"/>
      <dgm:spPr/>
      <dgm:t>
        <a:bodyPr/>
        <a:lstStyle/>
        <a:p>
          <a:r>
            <a:rPr lang="en-US" sz="1800" dirty="0">
              <a:latin typeface="Bookman Old Style" pitchFamily="18" charset="0"/>
            </a:rPr>
            <a:t>Supervised Learning</a:t>
          </a:r>
        </a:p>
      </dgm:t>
    </dgm:pt>
    <dgm:pt modelId="{3C300A5D-708E-429B-86DE-086C8FFF926B}" type="parTrans" cxnId="{5FBD919A-BF5B-400B-B3A7-C200A5FAA31B}">
      <dgm:prSet/>
      <dgm:spPr/>
      <dgm:t>
        <a:bodyPr/>
        <a:lstStyle/>
        <a:p>
          <a:endParaRPr lang="en-US"/>
        </a:p>
      </dgm:t>
    </dgm:pt>
    <dgm:pt modelId="{8272C784-7E54-4CC8-9F26-A9B00F3764AB}" type="sibTrans" cxnId="{5FBD919A-BF5B-400B-B3A7-C200A5FAA31B}">
      <dgm:prSet/>
      <dgm:spPr/>
      <dgm:t>
        <a:bodyPr/>
        <a:lstStyle/>
        <a:p>
          <a:endParaRPr lang="en-US"/>
        </a:p>
      </dgm:t>
    </dgm:pt>
    <dgm:pt modelId="{2F6B77FC-A234-4362-8520-81484AFF5517}">
      <dgm:prSet phldrT="[Text]" custT="1"/>
      <dgm:spPr/>
      <dgm:t>
        <a:bodyPr/>
        <a:lstStyle/>
        <a:p>
          <a:r>
            <a:rPr lang="en-US" sz="1800" dirty="0">
              <a:latin typeface="Bookman Old Style" pitchFamily="18" charset="0"/>
            </a:rPr>
            <a:t>Domain knowledge</a:t>
          </a:r>
        </a:p>
      </dgm:t>
    </dgm:pt>
    <dgm:pt modelId="{EFCF4F44-A4D5-4BFC-B839-EF5F22652D4B}" type="parTrans" cxnId="{9F8C6D93-3950-43FC-BA13-37429613E01E}">
      <dgm:prSet/>
      <dgm:spPr/>
      <dgm:t>
        <a:bodyPr/>
        <a:lstStyle/>
        <a:p>
          <a:endParaRPr lang="en-US"/>
        </a:p>
      </dgm:t>
    </dgm:pt>
    <dgm:pt modelId="{2634F6D3-313E-46C3-B582-ED5F856CBC96}" type="sibTrans" cxnId="{9F8C6D93-3950-43FC-BA13-37429613E01E}">
      <dgm:prSet/>
      <dgm:spPr/>
      <dgm:t>
        <a:bodyPr/>
        <a:lstStyle/>
        <a:p>
          <a:endParaRPr lang="en-US"/>
        </a:p>
      </dgm:t>
    </dgm:pt>
    <dgm:pt modelId="{66DD2236-594B-4F13-96FE-2F07249FB104}" type="pres">
      <dgm:prSet presAssocID="{F2E3B47D-2DB1-435E-85D0-B3D299C72C01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80CCADA2-0007-4BA8-818B-94974B9343BE}" type="pres">
      <dgm:prSet presAssocID="{4B568CEF-AB2E-4AF8-A225-4CE7C2851440}" presName="gear1" presStyleLbl="node1" presStyleIdx="0" presStyleCnt="3" custScaleX="133438">
        <dgm:presLayoutVars>
          <dgm:chMax val="1"/>
          <dgm:bulletEnabled val="1"/>
        </dgm:presLayoutVars>
      </dgm:prSet>
      <dgm:spPr/>
    </dgm:pt>
    <dgm:pt modelId="{D4535C4D-7155-41CD-A3A8-991049EDB5E8}" type="pres">
      <dgm:prSet presAssocID="{4B568CEF-AB2E-4AF8-A225-4CE7C2851440}" presName="gear1srcNode" presStyleLbl="node1" presStyleIdx="0" presStyleCnt="3"/>
      <dgm:spPr/>
    </dgm:pt>
    <dgm:pt modelId="{EC184C2B-960E-4DEC-8503-D9F09645B771}" type="pres">
      <dgm:prSet presAssocID="{4B568CEF-AB2E-4AF8-A225-4CE7C2851440}" presName="gear1dstNode" presStyleLbl="node1" presStyleIdx="0" presStyleCnt="3"/>
      <dgm:spPr/>
    </dgm:pt>
    <dgm:pt modelId="{DE0EB177-C962-4D86-A514-0F544488C06C}" type="pres">
      <dgm:prSet presAssocID="{B572E276-83D2-4C1F-9A97-9AA420BB93E8}" presName="gear2" presStyleLbl="node1" presStyleIdx="1" presStyleCnt="3" custScaleX="191124" custLinFactNeighborY="4240">
        <dgm:presLayoutVars>
          <dgm:chMax val="1"/>
          <dgm:bulletEnabled val="1"/>
        </dgm:presLayoutVars>
      </dgm:prSet>
      <dgm:spPr/>
    </dgm:pt>
    <dgm:pt modelId="{55202490-4459-403C-9E1C-583CAFF146A6}" type="pres">
      <dgm:prSet presAssocID="{B572E276-83D2-4C1F-9A97-9AA420BB93E8}" presName="gear2srcNode" presStyleLbl="node1" presStyleIdx="1" presStyleCnt="3"/>
      <dgm:spPr/>
    </dgm:pt>
    <dgm:pt modelId="{07E35A21-ABAB-460B-8C6B-D6698433A8D5}" type="pres">
      <dgm:prSet presAssocID="{B572E276-83D2-4C1F-9A97-9AA420BB93E8}" presName="gear2dstNode" presStyleLbl="node1" presStyleIdx="1" presStyleCnt="3"/>
      <dgm:spPr/>
    </dgm:pt>
    <dgm:pt modelId="{1251C394-E5E5-4A2F-9465-8FBC068317BB}" type="pres">
      <dgm:prSet presAssocID="{2F6B77FC-A234-4362-8520-81484AFF5517}" presName="gear3" presStyleLbl="node1" presStyleIdx="2" presStyleCnt="3" custScaleX="224129" custScaleY="147325"/>
      <dgm:spPr/>
    </dgm:pt>
    <dgm:pt modelId="{5CFD8EBB-3508-475C-80C9-DE007B1A79BC}" type="pres">
      <dgm:prSet presAssocID="{2F6B77FC-A234-4362-8520-81484AFF5517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090F9EA0-9822-4E08-8268-AEC055EB191C}" type="pres">
      <dgm:prSet presAssocID="{2F6B77FC-A234-4362-8520-81484AFF5517}" presName="gear3srcNode" presStyleLbl="node1" presStyleIdx="2" presStyleCnt="3"/>
      <dgm:spPr/>
    </dgm:pt>
    <dgm:pt modelId="{72B01B5A-11A5-4637-9F30-6204FB1BCE4B}" type="pres">
      <dgm:prSet presAssocID="{2F6B77FC-A234-4362-8520-81484AFF5517}" presName="gear3dstNode" presStyleLbl="node1" presStyleIdx="2" presStyleCnt="3"/>
      <dgm:spPr/>
    </dgm:pt>
    <dgm:pt modelId="{6C65DB6D-BABC-456C-931F-2F7DE959BB7B}" type="pres">
      <dgm:prSet presAssocID="{2C48C92A-787E-406B-A40E-3A279CBD932C}" presName="connector1" presStyleLbl="sibTrans2D1" presStyleIdx="0" presStyleCnt="3"/>
      <dgm:spPr/>
    </dgm:pt>
    <dgm:pt modelId="{A340DA0A-5C64-41F9-A3A5-4946675F7DBC}" type="pres">
      <dgm:prSet presAssocID="{8272C784-7E54-4CC8-9F26-A9B00F3764AB}" presName="connector2" presStyleLbl="sibTrans2D1" presStyleIdx="1" presStyleCnt="3"/>
      <dgm:spPr/>
    </dgm:pt>
    <dgm:pt modelId="{C5C063EC-D612-435F-9E95-E8630252408B}" type="pres">
      <dgm:prSet presAssocID="{2634F6D3-313E-46C3-B582-ED5F856CBC96}" presName="connector3" presStyleLbl="sibTrans2D1" presStyleIdx="2" presStyleCnt="3"/>
      <dgm:spPr/>
    </dgm:pt>
  </dgm:ptLst>
  <dgm:cxnLst>
    <dgm:cxn modelId="{76A21815-FDB6-435C-8CBD-55F949F637F4}" type="presOf" srcId="{4B568CEF-AB2E-4AF8-A225-4CE7C2851440}" destId="{80CCADA2-0007-4BA8-818B-94974B9343BE}" srcOrd="0" destOrd="0" presId="urn:microsoft.com/office/officeart/2005/8/layout/gear1"/>
    <dgm:cxn modelId="{6675671B-6E77-419D-8EA3-7059D397CE56}" type="presOf" srcId="{4B568CEF-AB2E-4AF8-A225-4CE7C2851440}" destId="{EC184C2B-960E-4DEC-8503-D9F09645B771}" srcOrd="2" destOrd="0" presId="urn:microsoft.com/office/officeart/2005/8/layout/gear1"/>
    <dgm:cxn modelId="{85A20729-C33B-4752-B9C6-4EB57CAD5485}" type="presOf" srcId="{4B568CEF-AB2E-4AF8-A225-4CE7C2851440}" destId="{D4535C4D-7155-41CD-A3A8-991049EDB5E8}" srcOrd="1" destOrd="0" presId="urn:microsoft.com/office/officeart/2005/8/layout/gear1"/>
    <dgm:cxn modelId="{3C69F738-75E3-4EFA-97C0-A5A8C3D23169}" type="presOf" srcId="{2634F6D3-313E-46C3-B582-ED5F856CBC96}" destId="{C5C063EC-D612-435F-9E95-E8630252408B}" srcOrd="0" destOrd="0" presId="urn:microsoft.com/office/officeart/2005/8/layout/gear1"/>
    <dgm:cxn modelId="{39165364-C16D-45E6-8F36-368A453D04F5}" type="presOf" srcId="{B572E276-83D2-4C1F-9A97-9AA420BB93E8}" destId="{DE0EB177-C962-4D86-A514-0F544488C06C}" srcOrd="0" destOrd="0" presId="urn:microsoft.com/office/officeart/2005/8/layout/gear1"/>
    <dgm:cxn modelId="{6892BD8F-A33C-4D6C-8010-2CE9BE03925F}" type="presOf" srcId="{2C48C92A-787E-406B-A40E-3A279CBD932C}" destId="{6C65DB6D-BABC-456C-931F-2F7DE959BB7B}" srcOrd="0" destOrd="0" presId="urn:microsoft.com/office/officeart/2005/8/layout/gear1"/>
    <dgm:cxn modelId="{9F8C6D93-3950-43FC-BA13-37429613E01E}" srcId="{F2E3B47D-2DB1-435E-85D0-B3D299C72C01}" destId="{2F6B77FC-A234-4362-8520-81484AFF5517}" srcOrd="2" destOrd="0" parTransId="{EFCF4F44-A4D5-4BFC-B839-EF5F22652D4B}" sibTransId="{2634F6D3-313E-46C3-B582-ED5F856CBC96}"/>
    <dgm:cxn modelId="{5FBD919A-BF5B-400B-B3A7-C200A5FAA31B}" srcId="{F2E3B47D-2DB1-435E-85D0-B3D299C72C01}" destId="{B572E276-83D2-4C1F-9A97-9AA420BB93E8}" srcOrd="1" destOrd="0" parTransId="{3C300A5D-708E-429B-86DE-086C8FFF926B}" sibTransId="{8272C784-7E54-4CC8-9F26-A9B00F3764AB}"/>
    <dgm:cxn modelId="{AFE5DCA5-9F61-479A-97AA-F88A6A6B42B5}" type="presOf" srcId="{B572E276-83D2-4C1F-9A97-9AA420BB93E8}" destId="{55202490-4459-403C-9E1C-583CAFF146A6}" srcOrd="1" destOrd="0" presId="urn:microsoft.com/office/officeart/2005/8/layout/gear1"/>
    <dgm:cxn modelId="{1409BFB1-C30C-4C0B-B88A-053A6F40C504}" type="presOf" srcId="{8272C784-7E54-4CC8-9F26-A9B00F3764AB}" destId="{A340DA0A-5C64-41F9-A3A5-4946675F7DBC}" srcOrd="0" destOrd="0" presId="urn:microsoft.com/office/officeart/2005/8/layout/gear1"/>
    <dgm:cxn modelId="{6235A6B5-8526-4F5E-AB56-9608DBBBC3A9}" type="presOf" srcId="{F2E3B47D-2DB1-435E-85D0-B3D299C72C01}" destId="{66DD2236-594B-4F13-96FE-2F07249FB104}" srcOrd="0" destOrd="0" presId="urn:microsoft.com/office/officeart/2005/8/layout/gear1"/>
    <dgm:cxn modelId="{220D56BC-939F-4696-862A-502BC20A9C70}" type="presOf" srcId="{2F6B77FC-A234-4362-8520-81484AFF5517}" destId="{1251C394-E5E5-4A2F-9465-8FBC068317BB}" srcOrd="0" destOrd="0" presId="urn:microsoft.com/office/officeart/2005/8/layout/gear1"/>
    <dgm:cxn modelId="{D79C16C0-9A08-4F12-A25F-B102968DC5E6}" srcId="{F2E3B47D-2DB1-435E-85D0-B3D299C72C01}" destId="{4B568CEF-AB2E-4AF8-A225-4CE7C2851440}" srcOrd="0" destOrd="0" parTransId="{48A7C420-124C-4CEE-B70F-E7C7B1790345}" sibTransId="{2C48C92A-787E-406B-A40E-3A279CBD932C}"/>
    <dgm:cxn modelId="{9BC1C6E5-379B-4BCE-B5A2-98A102BDC94E}" type="presOf" srcId="{2F6B77FC-A234-4362-8520-81484AFF5517}" destId="{5CFD8EBB-3508-475C-80C9-DE007B1A79BC}" srcOrd="1" destOrd="0" presId="urn:microsoft.com/office/officeart/2005/8/layout/gear1"/>
    <dgm:cxn modelId="{B34B2BE7-0FDA-4FFD-B84A-415E58A13C2C}" type="presOf" srcId="{B572E276-83D2-4C1F-9A97-9AA420BB93E8}" destId="{07E35A21-ABAB-460B-8C6B-D6698433A8D5}" srcOrd="2" destOrd="0" presId="urn:microsoft.com/office/officeart/2005/8/layout/gear1"/>
    <dgm:cxn modelId="{6A17AFE7-3A2B-42A3-8BEF-ADA624F23AA4}" type="presOf" srcId="{2F6B77FC-A234-4362-8520-81484AFF5517}" destId="{72B01B5A-11A5-4637-9F30-6204FB1BCE4B}" srcOrd="3" destOrd="0" presId="urn:microsoft.com/office/officeart/2005/8/layout/gear1"/>
    <dgm:cxn modelId="{AFE25CF4-2A43-45FA-98D6-EC8E830D35F6}" type="presOf" srcId="{2F6B77FC-A234-4362-8520-81484AFF5517}" destId="{090F9EA0-9822-4E08-8268-AEC055EB191C}" srcOrd="2" destOrd="0" presId="urn:microsoft.com/office/officeart/2005/8/layout/gear1"/>
    <dgm:cxn modelId="{E7731E2C-47E7-42DA-80E0-9573D765A6C3}" type="presParOf" srcId="{66DD2236-594B-4F13-96FE-2F07249FB104}" destId="{80CCADA2-0007-4BA8-818B-94974B9343BE}" srcOrd="0" destOrd="0" presId="urn:microsoft.com/office/officeart/2005/8/layout/gear1"/>
    <dgm:cxn modelId="{ABAE0DCC-C5A2-4C16-BD2B-9C56510D3A6A}" type="presParOf" srcId="{66DD2236-594B-4F13-96FE-2F07249FB104}" destId="{D4535C4D-7155-41CD-A3A8-991049EDB5E8}" srcOrd="1" destOrd="0" presId="urn:microsoft.com/office/officeart/2005/8/layout/gear1"/>
    <dgm:cxn modelId="{637FC446-F4AC-4C43-AB63-B0D90BE823B5}" type="presParOf" srcId="{66DD2236-594B-4F13-96FE-2F07249FB104}" destId="{EC184C2B-960E-4DEC-8503-D9F09645B771}" srcOrd="2" destOrd="0" presId="urn:microsoft.com/office/officeart/2005/8/layout/gear1"/>
    <dgm:cxn modelId="{A7D6D8B6-0500-4C53-9154-8A9A78429E90}" type="presParOf" srcId="{66DD2236-594B-4F13-96FE-2F07249FB104}" destId="{DE0EB177-C962-4D86-A514-0F544488C06C}" srcOrd="3" destOrd="0" presId="urn:microsoft.com/office/officeart/2005/8/layout/gear1"/>
    <dgm:cxn modelId="{0824AEEA-9B18-4FC0-B020-132707283013}" type="presParOf" srcId="{66DD2236-594B-4F13-96FE-2F07249FB104}" destId="{55202490-4459-403C-9E1C-583CAFF146A6}" srcOrd="4" destOrd="0" presId="urn:microsoft.com/office/officeart/2005/8/layout/gear1"/>
    <dgm:cxn modelId="{FD864667-CBF7-47AE-A998-7FB502A87DAB}" type="presParOf" srcId="{66DD2236-594B-4F13-96FE-2F07249FB104}" destId="{07E35A21-ABAB-460B-8C6B-D6698433A8D5}" srcOrd="5" destOrd="0" presId="urn:microsoft.com/office/officeart/2005/8/layout/gear1"/>
    <dgm:cxn modelId="{849EF70B-5E3F-4DCE-83F9-040DB2B312A1}" type="presParOf" srcId="{66DD2236-594B-4F13-96FE-2F07249FB104}" destId="{1251C394-E5E5-4A2F-9465-8FBC068317BB}" srcOrd="6" destOrd="0" presId="urn:microsoft.com/office/officeart/2005/8/layout/gear1"/>
    <dgm:cxn modelId="{9EB5A4F7-60E8-4C6C-B671-F26ADC92A565}" type="presParOf" srcId="{66DD2236-594B-4F13-96FE-2F07249FB104}" destId="{5CFD8EBB-3508-475C-80C9-DE007B1A79BC}" srcOrd="7" destOrd="0" presId="urn:microsoft.com/office/officeart/2005/8/layout/gear1"/>
    <dgm:cxn modelId="{16AA6D11-F759-4516-BDDB-4E83E48E57EF}" type="presParOf" srcId="{66DD2236-594B-4F13-96FE-2F07249FB104}" destId="{090F9EA0-9822-4E08-8268-AEC055EB191C}" srcOrd="8" destOrd="0" presId="urn:microsoft.com/office/officeart/2005/8/layout/gear1"/>
    <dgm:cxn modelId="{8130287B-8DE7-4F84-9162-D3933C172A1F}" type="presParOf" srcId="{66DD2236-594B-4F13-96FE-2F07249FB104}" destId="{72B01B5A-11A5-4637-9F30-6204FB1BCE4B}" srcOrd="9" destOrd="0" presId="urn:microsoft.com/office/officeart/2005/8/layout/gear1"/>
    <dgm:cxn modelId="{CABD5CFA-0F94-4C13-AC3C-832FD50E630A}" type="presParOf" srcId="{66DD2236-594B-4F13-96FE-2F07249FB104}" destId="{6C65DB6D-BABC-456C-931F-2F7DE959BB7B}" srcOrd="10" destOrd="0" presId="urn:microsoft.com/office/officeart/2005/8/layout/gear1"/>
    <dgm:cxn modelId="{EFC7C45C-8ED6-4467-85C2-F3760D1A833B}" type="presParOf" srcId="{66DD2236-594B-4F13-96FE-2F07249FB104}" destId="{A340DA0A-5C64-41F9-A3A5-4946675F7DBC}" srcOrd="11" destOrd="0" presId="urn:microsoft.com/office/officeart/2005/8/layout/gear1"/>
    <dgm:cxn modelId="{F2BC2BC5-7343-4AAD-A869-2A0B0789D3A3}" type="presParOf" srcId="{66DD2236-594B-4F13-96FE-2F07249FB104}" destId="{C5C063EC-D612-435F-9E95-E8630252408B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CCADA2-0007-4BA8-818B-94974B9343BE}">
      <dsp:nvSpPr>
        <dsp:cNvPr id="0" name=""/>
        <dsp:cNvSpPr/>
      </dsp:nvSpPr>
      <dsp:spPr>
        <a:xfrm>
          <a:off x="2446677" y="1883372"/>
          <a:ext cx="2727409" cy="2043952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Bookman Old Style" pitchFamily="18" charset="0"/>
            </a:rPr>
            <a:t>Unsupervised Learning</a:t>
          </a:r>
        </a:p>
      </dsp:txBody>
      <dsp:txXfrm>
        <a:off x="2943927" y="2362158"/>
        <a:ext cx="1732909" cy="1050634"/>
      </dsp:txXfrm>
    </dsp:sp>
    <dsp:sp modelId="{DE0EB177-C962-4D86-A514-0F544488C06C}">
      <dsp:nvSpPr>
        <dsp:cNvPr id="0" name=""/>
        <dsp:cNvSpPr/>
      </dsp:nvSpPr>
      <dsp:spPr>
        <a:xfrm>
          <a:off x="921912" y="1463284"/>
          <a:ext cx="2841079" cy="1486511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Bookman Old Style" pitchFamily="18" charset="0"/>
            </a:rPr>
            <a:t>Supervised Learning</a:t>
          </a:r>
        </a:p>
      </dsp:txBody>
      <dsp:txXfrm>
        <a:off x="1493048" y="1839779"/>
        <a:ext cx="1698807" cy="733521"/>
      </dsp:txXfrm>
    </dsp:sp>
    <dsp:sp modelId="{1251C394-E5E5-4A2F-9465-8FBC068317BB}">
      <dsp:nvSpPr>
        <dsp:cNvPr id="0" name=""/>
        <dsp:cNvSpPr/>
      </dsp:nvSpPr>
      <dsp:spPr>
        <a:xfrm rot="20700000">
          <a:off x="1323115" y="234800"/>
          <a:ext cx="3673836" cy="1736307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Bookman Old Style" pitchFamily="18" charset="0"/>
            </a:rPr>
            <a:t>Domain knowledge</a:t>
          </a:r>
        </a:p>
      </dsp:txBody>
      <dsp:txXfrm rot="-20700000">
        <a:off x="2243815" y="500703"/>
        <a:ext cx="1832436" cy="1204501"/>
      </dsp:txXfrm>
    </dsp:sp>
    <dsp:sp modelId="{6C65DB6D-BABC-456C-931F-2F7DE959BB7B}">
      <dsp:nvSpPr>
        <dsp:cNvPr id="0" name=""/>
        <dsp:cNvSpPr/>
      </dsp:nvSpPr>
      <dsp:spPr>
        <a:xfrm>
          <a:off x="2626064" y="1577876"/>
          <a:ext cx="2616259" cy="2616259"/>
        </a:xfrm>
        <a:prstGeom prst="circularArrow">
          <a:avLst>
            <a:gd name="adj1" fmla="val 4687"/>
            <a:gd name="adj2" fmla="val 299029"/>
            <a:gd name="adj3" fmla="val 2503713"/>
            <a:gd name="adj4" fmla="val 15888367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40DA0A-5C64-41F9-A3A5-4946675F7DBC}">
      <dsp:nvSpPr>
        <dsp:cNvPr id="0" name=""/>
        <dsp:cNvSpPr/>
      </dsp:nvSpPr>
      <dsp:spPr>
        <a:xfrm>
          <a:off x="1335938" y="1073399"/>
          <a:ext cx="1900876" cy="1900876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C063EC-D612-435F-9E95-E8630252408B}">
      <dsp:nvSpPr>
        <dsp:cNvPr id="0" name=""/>
        <dsp:cNvSpPr/>
      </dsp:nvSpPr>
      <dsp:spPr>
        <a:xfrm>
          <a:off x="2094896" y="57743"/>
          <a:ext cx="2049527" cy="2049527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FDBBD-12BF-4402-AC21-736354BEC905}" type="datetimeFigureOut">
              <a:rPr lang="en-US" smtClean="0"/>
              <a:pPr/>
              <a:t>6/29/21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CF11A-1CCA-4420-9802-BCA24A44D9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622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1964E-E1D4-41EA-957C-99AD1621F0A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102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Unsupervised Learning: Discover a good internal</a:t>
            </a:r>
            <a:r>
              <a:rPr lang="en-US" baseline="0" dirty="0"/>
              <a:t> representation of the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1964E-E1D4-41EA-957C-99AD1621F0A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41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14319">
              <a:defRPr/>
            </a:pPr>
            <a:r>
              <a:rPr lang="en-US" dirty="0">
                <a:latin typeface="Bookman Old Style" pitchFamily="18" charset="0"/>
              </a:rPr>
              <a:t>We are learning</a:t>
            </a:r>
            <a:r>
              <a:rPr lang="en-US" baseline="0" dirty="0">
                <a:latin typeface="Bookman Old Style" pitchFamily="18" charset="0"/>
              </a:rPr>
              <a:t> recipes to be tried out in family kitchen not how to replicate those in restaurants</a:t>
            </a:r>
            <a:endParaRPr lang="en-US" dirty="0">
              <a:latin typeface="Bookman Old Style" pitchFamily="18" charset="0"/>
            </a:endParaRPr>
          </a:p>
          <a:p>
            <a:r>
              <a:rPr lang="en-US" dirty="0">
                <a:latin typeface="Bookman Old Style" pitchFamily="18" charset="0"/>
              </a:rPr>
              <a:t>We’ll not teach you how to write codes.</a:t>
            </a:r>
          </a:p>
          <a:p>
            <a:r>
              <a:rPr lang="en-US" dirty="0">
                <a:latin typeface="Bookman Old Style" pitchFamily="18" charset="0"/>
              </a:rPr>
              <a:t>Software is</a:t>
            </a:r>
            <a:r>
              <a:rPr lang="en-US" baseline="0" dirty="0">
                <a:latin typeface="Bookman Old Style" pitchFamily="18" charset="0"/>
              </a:rPr>
              <a:t> used as a vehicle to understand the techniques. The course shouldn’t be taken as software training program. It is your responsibility to learn the software.</a:t>
            </a:r>
            <a:endParaRPr lang="en-US" dirty="0">
              <a:latin typeface="Bookman Old Style" pitchFamily="18" charset="0"/>
            </a:endParaRPr>
          </a:p>
          <a:p>
            <a:r>
              <a:rPr lang="en-US" dirty="0">
                <a:latin typeface="Bookman Old Style" pitchFamily="18" charset="0"/>
              </a:rPr>
              <a:t>We’ll use applications to understand the techniques. The focus</a:t>
            </a:r>
            <a:r>
              <a:rPr lang="en-US" baseline="0" dirty="0">
                <a:latin typeface="Bookman Old Style" pitchFamily="18" charset="0"/>
              </a:rPr>
              <a:t> will not be on pure domain-specific applications. There will be courses meant to cater to the domain specific needs.</a:t>
            </a:r>
            <a:endParaRPr lang="en-US" dirty="0">
              <a:latin typeface="Bookman Old Style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CF11A-1CCA-4420-9802-BCA24A44D91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06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3175-8580-45BA-A977-3901482A5898}" type="datetimeFigureOut">
              <a:rPr lang="en-US" smtClean="0"/>
              <a:pPr/>
              <a:t>6/29/21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1BA6E-E5BC-4F7D-9531-B3B972FDF1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387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3175-8580-45BA-A977-3901482A5898}" type="datetimeFigureOut">
              <a:rPr lang="en-US" smtClean="0"/>
              <a:pPr/>
              <a:t>6/29/21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1BA6E-E5BC-4F7D-9531-B3B972FDF1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47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3175-8580-45BA-A977-3901482A5898}" type="datetimeFigureOut">
              <a:rPr lang="en-US" smtClean="0"/>
              <a:pPr/>
              <a:t>6/29/21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1BA6E-E5BC-4F7D-9531-B3B972FDF1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57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3175-8580-45BA-A977-3901482A5898}" type="datetimeFigureOut">
              <a:rPr lang="en-US" smtClean="0"/>
              <a:pPr/>
              <a:t>6/29/21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1BA6E-E5BC-4F7D-9531-B3B972FDF1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307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3175-8580-45BA-A977-3901482A5898}" type="datetimeFigureOut">
              <a:rPr lang="en-US" smtClean="0"/>
              <a:pPr/>
              <a:t>6/29/21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1BA6E-E5BC-4F7D-9531-B3B972FDF1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11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3175-8580-45BA-A977-3901482A5898}" type="datetimeFigureOut">
              <a:rPr lang="en-US" smtClean="0"/>
              <a:pPr/>
              <a:t>6/29/21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1BA6E-E5BC-4F7D-9531-B3B972FDF1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15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3175-8580-45BA-A977-3901482A5898}" type="datetimeFigureOut">
              <a:rPr lang="en-US" smtClean="0"/>
              <a:pPr/>
              <a:t>6/29/21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1BA6E-E5BC-4F7D-9531-B3B972FDF1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94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3175-8580-45BA-A977-3901482A5898}" type="datetimeFigureOut">
              <a:rPr lang="en-US" smtClean="0"/>
              <a:pPr/>
              <a:t>6/29/21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1BA6E-E5BC-4F7D-9531-B3B972FDF1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74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3175-8580-45BA-A977-3901482A5898}" type="datetimeFigureOut">
              <a:rPr lang="en-US" smtClean="0"/>
              <a:pPr/>
              <a:t>6/29/21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1BA6E-E5BC-4F7D-9531-B3B972FDF1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38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3175-8580-45BA-A977-3901482A5898}" type="datetimeFigureOut">
              <a:rPr lang="en-US" smtClean="0"/>
              <a:pPr/>
              <a:t>6/29/21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1BA6E-E5BC-4F7D-9531-B3B972FDF1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84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3175-8580-45BA-A977-3901482A5898}" type="datetimeFigureOut">
              <a:rPr lang="en-US" smtClean="0"/>
              <a:pPr/>
              <a:t>6/29/21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1BA6E-E5BC-4F7D-9531-B3B972FDF1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98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53175-8580-45BA-A977-3901482A5898}" type="datetimeFigureOut">
              <a:rPr lang="en-US" smtClean="0"/>
              <a:pPr/>
              <a:t>6/29/21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1BA6E-E5BC-4F7D-9531-B3B972FDF1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45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gif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hyperlink" Target="http://www.dataminingbook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ningbook.co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hyperlink" Target="http://www.dataminingbook.com/" TargetMode="External"/><Relationship Id="rId7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gif"/><Relationship Id="rId10" Type="http://schemas.openxmlformats.org/officeDocument/2006/relationships/image" Target="../media/image27.png"/><Relationship Id="rId4" Type="http://schemas.openxmlformats.org/officeDocument/2006/relationships/image" Target="../media/image21.jpeg"/><Relationship Id="rId9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245810"/>
            <a:ext cx="6858000" cy="1355750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300" b="1">
                <a:latin typeface="Bookman Old Style" pitchFamily="18" charset="0"/>
              </a:rPr>
              <a:t>Data Mining 1 – Unsupervised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8516"/>
            <a:ext cx="6858000" cy="911117"/>
          </a:xfrm>
        </p:spPr>
        <p:txBody>
          <a:bodyPr>
            <a:normAutofit/>
          </a:bodyPr>
          <a:lstStyle/>
          <a:p>
            <a:pPr algn="l"/>
            <a:r>
              <a:rPr lang="en-US" sz="1700" b="1">
                <a:latin typeface="Bookman Old Style" pitchFamily="18" charset="0"/>
              </a:rPr>
              <a:t>Prof. Vandith Pamuru </a:t>
            </a:r>
            <a:r>
              <a:rPr lang="en-US" sz="1700">
                <a:latin typeface="Bookman Old Style" pitchFamily="18" charset="0"/>
              </a:rPr>
              <a:t>(vandith_pamuru@isb.edu)</a:t>
            </a:r>
            <a:endParaRPr lang="en-US" sz="1700" b="1">
              <a:latin typeface="Bookman Old Style" pitchFamily="18" charset="0"/>
            </a:endParaRPr>
          </a:p>
          <a:p>
            <a:pPr algn="l">
              <a:spcBef>
                <a:spcPts val="0"/>
              </a:spcBef>
            </a:pPr>
            <a:r>
              <a:rPr lang="en-US" sz="1700">
                <a:latin typeface="Bookman Old Style" pitchFamily="18" charset="0"/>
              </a:rPr>
              <a:t>Assistant Professor of Information Systems, ISB</a:t>
            </a:r>
          </a:p>
        </p:txBody>
      </p:sp>
      <p:sp>
        <p:nvSpPr>
          <p:cNvPr id="36873" name="Freeform 31">
            <a:extLst>
              <a:ext uri="{FF2B5EF4-FFF2-40B4-BE49-F238E27FC236}">
                <a16:creationId xmlns:a16="http://schemas.microsoft.com/office/drawing/2014/main" id="{A2AEA782-0EA4-42E9-871D-7401D6A09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56355" cy="2130951"/>
          </a:xfrm>
          <a:custGeom>
            <a:avLst/>
            <a:gdLst>
              <a:gd name="connsiteX0" fmla="*/ 0 w 4475140"/>
              <a:gd name="connsiteY0" fmla="*/ 0 h 2130951"/>
              <a:gd name="connsiteX1" fmla="*/ 1074821 w 4475140"/>
              <a:gd name="connsiteY1" fmla="*/ 0 h 2130951"/>
              <a:gd name="connsiteX2" fmla="*/ 1074821 w 4475140"/>
              <a:gd name="connsiteY2" fmla="*/ 478 h 2130951"/>
              <a:gd name="connsiteX3" fmla="*/ 4475140 w 4475140"/>
              <a:gd name="connsiteY3" fmla="*/ 478 h 2130951"/>
              <a:gd name="connsiteX4" fmla="*/ 3488452 w 4475140"/>
              <a:gd name="connsiteY4" fmla="*/ 2130951 h 2130951"/>
              <a:gd name="connsiteX5" fmla="*/ 0 w 4475140"/>
              <a:gd name="connsiteY5" fmla="*/ 2130951 h 2130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75140" h="2130951">
                <a:moveTo>
                  <a:pt x="0" y="0"/>
                </a:moveTo>
                <a:lnTo>
                  <a:pt x="1074821" y="0"/>
                </a:lnTo>
                <a:lnTo>
                  <a:pt x="1074821" y="478"/>
                </a:lnTo>
                <a:lnTo>
                  <a:pt x="4475140" y="478"/>
                </a:lnTo>
                <a:lnTo>
                  <a:pt x="3488452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6235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9462" name="Picture 6" descr="http://consultingnetwork.co.in/wp-content/uploads/2009/06/isb-hyd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02" r="3" b="245"/>
          <a:stretch/>
        </p:blipFill>
        <p:spPr bwMode="auto">
          <a:xfrm>
            <a:off x="2736988" y="2"/>
            <a:ext cx="6407012" cy="2130473"/>
          </a:xfrm>
          <a:custGeom>
            <a:avLst/>
            <a:gdLst/>
            <a:ahLst/>
            <a:cxnLst/>
            <a:rect l="l" t="t" r="r" b="b"/>
            <a:pathLst>
              <a:path w="8542682" h="2130473">
                <a:moveTo>
                  <a:pt x="986689" y="0"/>
                </a:moveTo>
                <a:lnTo>
                  <a:pt x="8542682" y="0"/>
                </a:lnTo>
                <a:lnTo>
                  <a:pt x="8542682" y="2130473"/>
                </a:lnTo>
                <a:lnTo>
                  <a:pt x="0" y="213047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874" name="Freeform 34">
            <a:extLst>
              <a:ext uri="{FF2B5EF4-FFF2-40B4-BE49-F238E27FC236}">
                <a16:creationId xmlns:a16="http://schemas.microsoft.com/office/drawing/2014/main" id="{B0992639-1CDA-4FE6-BB95-E13221490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5787645" y="4682362"/>
            <a:ext cx="3356355" cy="2174680"/>
          </a:xfrm>
          <a:custGeom>
            <a:avLst/>
            <a:gdLst>
              <a:gd name="connsiteX0" fmla="*/ 3468199 w 4475140"/>
              <a:gd name="connsiteY0" fmla="*/ 2174680 h 2174680"/>
              <a:gd name="connsiteX1" fmla="*/ 0 w 4475140"/>
              <a:gd name="connsiteY1" fmla="*/ 2174680 h 2174680"/>
              <a:gd name="connsiteX2" fmla="*/ 0 w 4475140"/>
              <a:gd name="connsiteY2" fmla="*/ 0 h 2174680"/>
              <a:gd name="connsiteX3" fmla="*/ 1074821 w 4475140"/>
              <a:gd name="connsiteY3" fmla="*/ 0 h 2174680"/>
              <a:gd name="connsiteX4" fmla="*/ 1074821 w 4475140"/>
              <a:gd name="connsiteY4" fmla="*/ 478 h 2174680"/>
              <a:gd name="connsiteX5" fmla="*/ 4475140 w 4475140"/>
              <a:gd name="connsiteY5" fmla="*/ 478 h 2174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75140" h="2174680">
                <a:moveTo>
                  <a:pt x="3468199" y="2174680"/>
                </a:moveTo>
                <a:lnTo>
                  <a:pt x="0" y="2174680"/>
                </a:lnTo>
                <a:lnTo>
                  <a:pt x="0" y="0"/>
                </a:lnTo>
                <a:lnTo>
                  <a:pt x="1074821" y="0"/>
                </a:lnTo>
                <a:lnTo>
                  <a:pt x="1074821" y="478"/>
                </a:lnTo>
                <a:lnTo>
                  <a:pt x="4475140" y="478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6868" name="Picture 4" descr="http://www.isb.edu/MohaliCampus/Image/livestream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1" r="20154" b="-1"/>
          <a:stretch/>
        </p:blipFill>
        <p:spPr bwMode="auto">
          <a:xfrm>
            <a:off x="20" y="4682838"/>
            <a:ext cx="6422512" cy="2175160"/>
          </a:xfrm>
          <a:custGeom>
            <a:avLst/>
            <a:gdLst/>
            <a:ahLst/>
            <a:cxnLst/>
            <a:rect l="l" t="t" r="r" b="b"/>
            <a:pathLst>
              <a:path w="8563376" h="2175160">
                <a:moveTo>
                  <a:pt x="0" y="0"/>
                </a:moveTo>
                <a:lnTo>
                  <a:pt x="8563376" y="0"/>
                </a:lnTo>
                <a:lnTo>
                  <a:pt x="7555992" y="2175160"/>
                </a:lnTo>
                <a:lnTo>
                  <a:pt x="0" y="217516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41816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ookman Old Style" pitchFamily="18" charset="0"/>
              </a:rPr>
              <a:t>Course Outline &amp;</a:t>
            </a:r>
            <a:br>
              <a:rPr lang="en-US" dirty="0">
                <a:latin typeface="Bookman Old Style" pitchFamily="18" charset="0"/>
              </a:rPr>
            </a:br>
            <a:r>
              <a:rPr lang="en-US" dirty="0">
                <a:latin typeface="Bookman Old Style" pitchFamily="18" charset="0"/>
              </a:rPr>
              <a:t>Evaluation Components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>
              <a:latin typeface="Bookman Old Style" pitchFamily="18" charset="0"/>
            </a:endParaRPr>
          </a:p>
          <a:p>
            <a:pPr algn="ctr"/>
            <a:endParaRPr lang="en-US" dirty="0">
              <a:latin typeface="Bookman Old Style" pitchFamily="18" charset="0"/>
            </a:endParaRPr>
          </a:p>
          <a:p>
            <a:pPr algn="ctr">
              <a:buNone/>
            </a:pPr>
            <a:r>
              <a:rPr lang="en-US" dirty="0">
                <a:latin typeface="Bookman Old Style" pitchFamily="18" charset="0"/>
              </a:rPr>
              <a:t>&lt;&lt; Course outline &gt;&gt;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man Old Style" pitchFamily="18" charset="0"/>
              </a:rPr>
              <a:t>A word on Honor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b="1" dirty="0">
                <a:latin typeface="Bookman Old Style" pitchFamily="18" charset="0"/>
              </a:rPr>
              <a:t>Individual Assignments (honor code </a:t>
            </a:r>
            <a:r>
              <a:rPr lang="en-US" b="1" dirty="0">
                <a:solidFill>
                  <a:srgbClr val="FF0000"/>
                </a:solidFill>
                <a:latin typeface="Bookman Old Style" pitchFamily="18" charset="0"/>
              </a:rPr>
              <a:t>3N-b</a:t>
            </a:r>
            <a:r>
              <a:rPr lang="en-US" b="1" dirty="0">
                <a:latin typeface="Bookman Old Style" pitchFamily="18" charset="0"/>
              </a:rPr>
              <a:t>):</a:t>
            </a:r>
          </a:p>
          <a:p>
            <a:pPr lvl="1"/>
            <a:r>
              <a:rPr lang="en-US" dirty="0">
                <a:latin typeface="Bookman Old Style" pitchFamily="18" charset="0"/>
              </a:rPr>
              <a:t>No discussion with other students.</a:t>
            </a:r>
          </a:p>
          <a:p>
            <a:pPr lvl="1"/>
            <a:r>
              <a:rPr lang="en-US" dirty="0">
                <a:latin typeface="Bookman Old Style" pitchFamily="18" charset="0"/>
              </a:rPr>
              <a:t>Do not copy from or share with your classmates or even participants from previous batches.</a:t>
            </a:r>
          </a:p>
          <a:p>
            <a:pPr lvl="1"/>
            <a:r>
              <a:rPr lang="en-US" dirty="0">
                <a:latin typeface="Bookman Old Style" pitchFamily="18" charset="0"/>
              </a:rPr>
              <a:t>Copying solutions from external sources is not allowed. External references, e.g., books, journal articles, etc., can be used to develop better understanding only and should be cited whenever a direct reference is made. Citing external references  ≠ copying content from external references.</a:t>
            </a:r>
          </a:p>
          <a:p>
            <a:r>
              <a:rPr lang="en-US" sz="3300" b="1" dirty="0">
                <a:latin typeface="Bookman Old Style" pitchFamily="18" charset="0"/>
              </a:rPr>
              <a:t>Small group case assignments (honor code </a:t>
            </a:r>
            <a:r>
              <a:rPr lang="en-US" sz="3300" b="1" dirty="0">
                <a:solidFill>
                  <a:srgbClr val="FF0000"/>
                </a:solidFill>
                <a:latin typeface="Bookman Old Style" pitchFamily="18" charset="0"/>
              </a:rPr>
              <a:t>3N-b</a:t>
            </a:r>
            <a:r>
              <a:rPr lang="en-US" sz="3300" b="1" dirty="0">
                <a:latin typeface="Bookman Old Style" pitchFamily="18" charset="0"/>
              </a:rPr>
              <a:t>)</a:t>
            </a:r>
          </a:p>
          <a:p>
            <a:pPr marL="742950" lvl="2" indent="-342900"/>
            <a:r>
              <a:rPr lang="en-US" dirty="0">
                <a:latin typeface="Bookman Old Style" pitchFamily="18" charset="0"/>
              </a:rPr>
              <a:t>Same as above + absolutely no discussion with other groups</a:t>
            </a:r>
          </a:p>
          <a:p>
            <a:r>
              <a:rPr lang="en-US" b="1" dirty="0">
                <a:latin typeface="Bookman Old Style" pitchFamily="18" charset="0"/>
              </a:rPr>
              <a:t>Group Projects (honor code </a:t>
            </a:r>
            <a:r>
              <a:rPr lang="en-US" b="1" dirty="0">
                <a:solidFill>
                  <a:srgbClr val="FF0000"/>
                </a:solidFill>
                <a:latin typeface="Bookman Old Style" pitchFamily="18" charset="0"/>
              </a:rPr>
              <a:t>3N-b</a:t>
            </a:r>
            <a:r>
              <a:rPr lang="en-US" b="1" dirty="0">
                <a:latin typeface="Bookman Old Style" pitchFamily="18" charset="0"/>
              </a:rPr>
              <a:t>):</a:t>
            </a:r>
          </a:p>
          <a:p>
            <a:pPr lvl="1"/>
            <a:r>
              <a:rPr lang="en-US" dirty="0">
                <a:latin typeface="Bookman Old Style" pitchFamily="18" charset="0"/>
              </a:rPr>
              <a:t>Same as above + absolutely no discussion with other teams</a:t>
            </a:r>
          </a:p>
          <a:p>
            <a:r>
              <a:rPr lang="en-US" b="1" dirty="0">
                <a:latin typeface="Bookman Old Style" pitchFamily="18" charset="0"/>
              </a:rPr>
              <a:t>Project evaluation in class (honor code </a:t>
            </a:r>
            <a:r>
              <a:rPr lang="en-US" b="1" dirty="0">
                <a:solidFill>
                  <a:srgbClr val="FF0000"/>
                </a:solidFill>
                <a:latin typeface="Bookman Old Style" pitchFamily="18" charset="0"/>
              </a:rPr>
              <a:t>4N</a:t>
            </a:r>
            <a:r>
              <a:rPr lang="en-US" b="1" dirty="0">
                <a:latin typeface="Bookman Old Style" pitchFamily="18" charset="0"/>
              </a:rPr>
              <a:t>):</a:t>
            </a:r>
          </a:p>
          <a:p>
            <a:pPr lvl="1"/>
            <a:r>
              <a:rPr lang="en-US" dirty="0">
                <a:latin typeface="Bookman Old Style" pitchFamily="18" charset="0"/>
              </a:rPr>
              <a:t>Absolutely NO discussion with others, no external reference</a:t>
            </a:r>
          </a:p>
          <a:p>
            <a:r>
              <a:rPr lang="en-US" b="1" dirty="0">
                <a:latin typeface="Bookman Old Style" pitchFamily="18" charset="0"/>
              </a:rPr>
              <a:t>Optional case assignments (honor code </a:t>
            </a:r>
            <a:r>
              <a:rPr lang="en-US" b="1" dirty="0">
                <a:solidFill>
                  <a:srgbClr val="FF0000"/>
                </a:solidFill>
                <a:latin typeface="Bookman Old Style" pitchFamily="18" charset="0"/>
              </a:rPr>
              <a:t>0N</a:t>
            </a:r>
            <a:r>
              <a:rPr lang="en-US" b="1" dirty="0">
                <a:latin typeface="Bookman Old Style" pitchFamily="18" charset="0"/>
              </a:rPr>
              <a:t>)</a:t>
            </a:r>
          </a:p>
          <a:p>
            <a:pPr lvl="1"/>
            <a:r>
              <a:rPr lang="en-US" dirty="0">
                <a:latin typeface="Bookman Old Style" pitchFamily="18" charset="0"/>
              </a:rPr>
              <a:t>Can discuss with anyone, no submission is necessary</a:t>
            </a:r>
          </a:p>
          <a:p>
            <a:pPr lvl="1"/>
            <a:r>
              <a:rPr lang="en-US" dirty="0">
                <a:latin typeface="Bookman Old Style" pitchFamily="18" charset="0"/>
              </a:rPr>
              <a:t>It is not graded</a:t>
            </a:r>
          </a:p>
          <a:p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Detection software is used for identifying overlaps with others’ works as well as external resources; in case a significant overlap is detected, the case is referred to the </a:t>
            </a:r>
            <a:r>
              <a:rPr lang="en-US" b="1" dirty="0">
                <a:solidFill>
                  <a:srgbClr val="FF0000"/>
                </a:solidFill>
                <a:latin typeface="Bookman Old Style" pitchFamily="18" charset="0"/>
              </a:rPr>
              <a:t>honor code committee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.</a:t>
            </a:r>
          </a:p>
          <a:p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Penalty for violating honor code = Getting zero + (reduce grade, fail, expel, ban from alumni privileges, ban from walking on the graduation ceremony, etc., based on the severity of the plagiarism)</a:t>
            </a:r>
          </a:p>
        </p:txBody>
      </p:sp>
    </p:spTree>
    <p:extLst>
      <p:ext uri="{BB962C8B-B14F-4D97-AF65-F5344CB8AC3E}">
        <p14:creationId xmlns:p14="http://schemas.microsoft.com/office/powerpoint/2010/main" val="1701158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Bookman Old Style" pitchFamily="18" charset="0"/>
              </a:rPr>
              <a:t>Online Classroom Etiquettes</a:t>
            </a:r>
          </a:p>
        </p:txBody>
      </p:sp>
      <p:pic>
        <p:nvPicPr>
          <p:cNvPr id="1026" name="Picture 2" descr="http://www.downloadpowerpointtemplates.com/uploads/soft/PPT%20Backgrounds/3D/Arrive%20on%20tim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5981" y="1090194"/>
            <a:ext cx="2632444" cy="1973533"/>
          </a:xfrm>
          <a:prstGeom prst="rect">
            <a:avLst/>
          </a:prstGeom>
          <a:noFill/>
        </p:spPr>
      </p:pic>
      <p:pic>
        <p:nvPicPr>
          <p:cNvPr id="1028" name="Picture 4" descr="http://biztraffic.com/wp-content/uploads/2014/03/No-social-media-01-300x30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45331" y="1393765"/>
            <a:ext cx="1837591" cy="1837591"/>
          </a:xfrm>
          <a:prstGeom prst="rect">
            <a:avLst/>
          </a:prstGeom>
          <a:noFill/>
        </p:spPr>
      </p:pic>
      <p:sp>
        <p:nvSpPr>
          <p:cNvPr id="1030" name="AutoShape 6" descr="data:image/jpeg;base64,/9j/4AAQSkZJRgABAQAAAQABAAD/2wCEAAkGBxQREhUUExMWFhIXGRgYFxUXFxcXGBgYFxQYFxcdHxcYHSggGhomHBwXIzIhKCkrLi4uFx8zODMsNygtLi4BCgoKDg0OGxAQGywkICYsLDI0NCwtLDYwNCwsLCwsLy8wLCwsLCwtLCwsLCwsLCw0LCwsLCwsLywsLCwvNCwsNP/AABEIAOEA4AMBEQACEQEDEQH/xAAcAAEAAgIDAQAAAAAAAAAAAAAABgcEBQEDCAL/xABQEAABAwIBBwUIDQkIAwEAAAABAAIDBBEhBQYHEjFBURMiYXGBIzJCUmKRobEUGENUcoKSk7PB0dLTCBckNVWUosLwM1Njc4Syw+E0RHQV/8QAGwEBAAIDAQEAAAAAAAAAAAAAAAQFAQMGAgf/xAA5EQACAQICBQsDAwUAAwEAAAAAAQIDBAUREiExUWEGEyJBcYGRobHB0TLh8BRCUiMzYnLxJEOCNP/aAAwDAQACEQMRAD8AvFAEAQBAEAQBAEAQBAcONsTsQbTTV2dlFDfXqogRtAcHuHxWXK1yrQjtZNpYddVfppvwy82aeo0nUDdkj3/BjcP99lqd3TXWTYYBey2xS7WvbMwXaWqPdFUfJj/EXn9ZDczeuTV1/KPi/g5bpao98VQPix/iJ+shuYfJq6/lHxfwZtPpNye7bI9nwo3n/aCvSuqe8jzwC9jsin2Ne+RuqLOmjmsGVURJ2NLw1x+K6xW2NaD2MhVcPuqX1U5eHujbgrYQzlAEAQBAEAQBAEAQBAEAQBAEAQBAEAQEczgz2pKO7Xya8g9yj5zu3c3tIWmpXhDayytMJubnXGOS3vUvl9xXeWtK1TJcU7Gwt8Y90f6RqjqsetQ53kn9Oo6O25OUIa6rcn4L58yGZSyxPUG800km+znEgdTdg7Ao0pyltZd0bWjRX9OCXYvcwV4JAQBAEAQBAZ+TMtVFMe4zSR77NcdU9bdh7Qvcako7GR69pQr/ANyCfdr8dpNMjaWKiOwqI2zN3ub3N/ScOaeqw61JheSX1LMo7nk3RnroycXx1r582WLm/nnSVlhHLqyH3KTmv7Bsd8UlTKdeE9jOcu8LubbXOOa3rWvt35EgW4rggCAIAgCAIAgCAIAgCAIAgNRnFnJT0LNad9ie9YMXv6m/WbDpWupVjTWbJlnY1ruWjSXa+pfniVBnRpEqau7YyYIfFYee4eU/b2Cwxxuq6rcznqWpHZWOB29vlKfSlx2dy+fIhqjF0EAQBAEAQBAEAQBAEAQE1zX0j1NLZkpM8PBx57R5Lzt6jfZYWUqldSjqetFHfYFQr9Kn0ZcNnevjzLezfzhgrWa8DwbW1mHB7L+M3dvx2G2BKsKdSM1nE467sq1rPRqrLj1PsZtVsIgQBAEAQBAEAQBAEAQEFz60gso7wwWkqdhO1kXX4zvJ3b+Bi17lQ1R2l9heCyucqlXVDzf24+G8pmvrZJ3ukle58jsS5xuf+h0bAq2UnJ5s7alRhSgoU1kkY68mwID6YwuIABJOAAxJPUs7TDais2STJeYtXNYlgibxkNj8gXdfrAUiFrUlw7SnucdtKOpPSf8Aj87PUk9Fo0iH9rM954MAYPTrE+hSI2UetlNW5TVX/bgl25v4N1T5k0TPcNY8XPefRe3oW5W1JdRXTxu+n+/LsS+MzMbm3SD/ANaL5APrXvmaf8UR3iV2/wD2y8WHZt0h/wDWi7GAepOZp/xQWJXa/wDbLxMKozIon+46p4te8ei9vQvDtqT6iTDHL6H78+1L4zNLXaNIj/ZTvaeDwHjzjVt6VplZR/ayxo8pqq/uwT7NXrmRjKmY9XDchglbxjOsfkmzvQo07WpHqz7C5tsctK2py0X/AJavPZ5kbc0gkEWIwIO0FaC3TTWaOFgyEBk5OyhJTyCSF7mSN2Ob6iNhHQcCvUZOLzRqrUKdaDhUWaLpzGz+jrbRTWjqdw8CT4N9jvJ818bWdC4U9T2nEYpg07X+pT1w8128OPiTZSSjCAIAgCAIAgCAICtNI+f3Ja1LSu7rsllHgcWtPj8T4OwY97CuLjLoxOnwbBucyr110epb+L4bl19m2oiVXHYhAEBMs3cwZZrPnJhj8W3dHDqPe9uPQpdK0lLXLUjnr/H6VHoUelLyXz3eJYuSMhwUotDGGne7a89bjj2bFPhSjD6UcndX1e5edWWfDq8DYrYRAgCAIAgCAIAgNZljIFPVDusYLtzxg8fGHqNwtc6UJ/UiZa39xav+lLVu6vD8ZXOcWYc1Pd8N5ougd0aOlo74dI8wUCrayjrjrR11hj1GvlCr0ZeT7+rsfiyIKIXwQHLHEEEGxGIIwIIWTDSayZcejnPz2Rq01S7u+xkh906D5fr69tjb3Gl0ZbTi8Ywfmc61FdHrW77enYWIphzgQBAEAQBAEBA9JmeXsRnseB36Q8YuHuTDv+Gd3DbwvFua+gtFbS/wXC/1MudqLoLzfwuvw3lJkqrO5CAyKGikneI4ml73bAPt2AdJXqMXJ5I1Vq9OjBzqPJItjNTM2OkAe+0lR43gs+CDv8o49Ss6Nuoa3rZw2JYzUus4Q6MN3W+342dpKFJKUx6+tjgjdLK8MjYLuc7YB9Z3W2klAVvWaaqZriI6eV7R4RLWX6QMcOux6EB0fnuh96SfON+6gH57ofeknzjfuoB+e6H3pJ8437qAfnuh96SfON+6gH57ofeknzjfuoB+e6H3pJ8437qAzclaZaSR4bLFLCCba5Ie0fCtYgdQKAsiOQOAc0gtIBBBuCCLggjaCEB9ICptI81M6e0Le7AnlXtsGE8Lb3jeR1G52Vl04aXR29Z3WAwulRzqvov6U9v/ADcvDJbYgohfBAcscQQQbEYgjAghZMNJrJl46Ns8fZsfJTEeyYxif7xmzW+ENhHUd9haW9fTWT2nCYzhf6WfOU/ofk93Zu8CbKSUYQBAEAQGmzsy+ygpnTOxd3sbPGedg6tpPQCtdWoqccybYWcrusqa2db3L82cTzvXVb5pHSSOLpHkuc47yfUOhU8pOTzZ9HpUoUoKEFkkdC8mwyMn0T55Gxxt1nuNgPWTwAGN16jFyeSNVevChTdSo8ki5s183Y6KOzbOld38m89A4NHBW1Giqa4nz3EcRqXlTN6orYvzrN0txXBAVTp/rnNgpYQbMkfI93TyQYGjpHdCewICkkAQBAEAQBAEAQHobQpXulyYA4k8lK+JpJvzQ1kg82uR1BAc59548nrU9O7umySQeBxa0+PxO7Zt2Qri4y6MTp8GwbnMq9ddHqW/i+G5dfZtrNVx2IQBAEBk5Nr308rJYjqyMN2n1g8QRcEbwSvUZOLzRqr0YVqbpzWpnorNnLbK2nZMzC+D23vqPHfN/raCDvVxTqKcdJHze9tJ2tZ0pd3FdT/Os2q2EQIAgCAoXSXnF7Mqi1hvDDdjOBN+e7tIt1NCqrmrpz1bEfQMFsf01vpSXSlrfsvzrZEVGLg5Avs2rIbyLgzHzaFJFrvH6Q8c4+I3aGD0X6eoK1t6PNrN7TgMYxJ3dTRg+gtnF7/jh2knUgpggCAp/wDKF2UP+o/4EBqsydED8pUcdUKtsYeXjUMRcRqPczbrDhdAb32vsnv5nzJ++gHtfZPfzPmT99APa+ye/mfMn76Ae19k9/M+ZP30A9r7J7+Z8yfvoB7X2T38z5k/fQER0i6NXZIiikdUNl5R5ZYRllrNve5cboDOzMzifSZNdBGC2WWZ79fYWxujiaNXyiWux3DZtuIVxcZdGO06bBsG5zKvXXR6lv4vh69m3XquOyCAysmZPkqJGxRN1nu8wG8k7gOK9wg5vJGi4uKdvTdSo8kie5Y0ftbSDkbuqGXc4490w5zQN1t3/eE2dolDo7TmLXlBKV1/V1QepcNz+fsVwq864ICa6Lc4/YtUInnuM5DTwa/Yx3aeaesE7FKtauhLJ7GUeO2P6ihzkfqjr7ute/8A0vNWhwYQBARjSLlz2HRPLTaWTucfEFwNz2Nub8bLRcVNCBaYPafqblJ7Frfd8s8/KoPogQE10aZC5aU1DxdkRswHYZNv8IsestUy0paT0n1epznKC/5qmqEHrlt/1++zszLTVkcUEAQBAU/+ULsof9R/wICw9Bv6mp/hTfTvQE9QBAEAQBAEBTum7KMFQ6GnB13wvL3270EtsGk7zvI6upQ7m40ejHadJguEc61XrLo9S39vD17NtcqtO0CAycnUElRI2OJus92wesk7gOK9Qi5PJGmvXp0KbqVHkkXLmvm7HRR6o50ju/k4ngODRwVtRoqmuJ8+xHEal5UzeqK2L86zdLcVxU+kfIPITcswWilJJ8mTa4dAO0fG4KsuqWjLSWxnc4Bf8/R5qb6UfNdXhs8CHqIX4QHofMPLnsyjjkcbyN7nJ8Ntse0Wd8ZXFCppwTPnGK2n6a5lBbHrXY/jYSFbiuCApPTDlblawQg82Btvjvs53o1B2FVl3POeW47jk7bc3bOo9sn5LUvPMgaiHQH3BEXua1ou5xDQOJJsB51lLN5I8zmoRcpbFrL3yJk1tNBHC3wBieLji49purqnBQioo+ZXlzK5rSqvrfl1LwM5eyMEAQBAU/8AlC7KH/Uf8CAsPQb+pqf4U3070BPUAQBAEAQFfaRs+xTA09M69QcHvHuQO4eX6utRLi40ejHadFg+Duu1WrLodS3/AG9SmXOJNybk4kneq07VJJZI4WDJkUFE+eRscbS57jYAevoA4r1GLk8kaq9eFGDqVHkkXJmrm4yijsLOld38nHoHBo9O3qtqNFU1xPn2JYlO8qZvVFbF7vibxbitCA1ucOSxVU8kR2kXaeDxi0+fDqJWurDTi4kuxuna141V1bezr/N5RT2EEgixGBB2gjaqY+mJprNHCwZLD0NZW5OpfTk82Zt2jy47nDrbrfJCmWc8paO85zlHbadGNZbYvyf3y8S5VZHFHxNIGtLnGzWgknoAuUbyMxi5NJHmPKdYZ5pJXd9I9zzvtrOJt2KjlLSbZ9SoUlSpxprYkl4GMvJtJZo0ydytXrkc2Fpd0ax5rfWT8VSrSGlPPcUXKC55q10Ftk8u7a/jvLcVocIEAQBAEBT/AOULsof9R/wICw9Bv6mp/hTfTvQE9QBAEAQEB0i59ClBp6cg1JHOcMRED/PwG7bwUS4uNDox2nQYPhDuGqtVdD1+xSz3EkkkknEk4kk7cVWnbpJLJHCwZO6ipHzPbHG0ue42AH9YDffdZeoxcnkjXWrQowdSbySLkzTzaZRR7nTOHPf/ACt4NHp28ALWjRVNcT59ieJzvZ7orYvd8fQ3y3lYEAQBAU9pEydyNY4gc2UCQYbzg/t1gT8YKquoaNTtO/wK5560Se2Or48tXcRhRi5M7IeUDT1EUw9ze1xtvAPOHaLjtXuEtGSZHuqKr0ZU31p/Y9MtdcXGwq7Pl7WRHtINZyWTql3Fmp84RH6nFabiWVNljhNLnLymuOfhr9jzyqc+jhAWroso9SmfIRjI/b5LBYfxF6s7OOUG95xHKStpXMaf8V5v7ZEzUs54IAgCAhWlHPI5NgaIrGpmJDLi4Y1ttZ9t5xAAOFzfGxBA8/5VyxPVO1qiaSV2NtdxIbe19UHBowGAtsCA9MaDf1NT/Cm+negJ6gCAICB6Rc+RSAwQEGpIxdtEQI2nyzuG7adwMW4uNDox2l/g+EO5fO1foXn9t/gUrI8uJLiSSSSSbkk4kk7yqw7hJJZLYfKwZPmR4aCSbAbSspNvJHipUjTi5zeSRY+hnk5aaacMGvyzog47dRscTgOi5cTh0cFbUKKpricBiuJyvJ5R1QWxe74+niWGt5UhAEAQBAQbStR60EUtsWPLT1PF/W0edQ72OcUzpeTVbRrTp71n3r/pWCrTswgPRuZVZy1BTPvc8m1pPEs5jvS0q5oy0qaZ81xKlzV3Ujxfnr9yPaZagtoWtHhzMB6g17vWAtV48qfeWPJyCldt7ov1S9yk1VnchAXfmbT8nRU4G9gd8sl/1q5oLKmj5vitTTvKj45eGr2NytpXhAEAQFOflAUD7004BMYD4ydzXX1m+ca3yUBT6A9TaDf1NT/Cm+negJ6gCAgukTPkUbTBAQapwxO0RAjaeLyNje07gYtxcaHRjtL7CMIdy+dq/QvP7b33LhSckhcS5xJcSSSTckk3JJO0qszzO5jFRWS2HysGTuoqR8z2xxtLpHGzWjaT/W9eknJ5I8VasKUHObySNxpXzSbk7J9Nc608kp5RwvYWjJDW9A47z2AWlCgqa17TgcUxWd5PKOqC2Lfxf5qJHoG/V0n/ANMn0MCkFQWOgCAIAgCA0OfVPr0M43gB3yXtcfQCtFws6bLPBqmhe03vbXimilVUH0UIC89ENRr5Pa3xJJG+ch/8ytbR50zguUENG8b3pP29jWabX/o8A4yE+Zh+1a736USuTK/rTfD3KfVcdmEBfuR49WnhaN0cY8zAFeQWUUuB8uupaVect8n6sy16NAQBAEBBdLmckdJSck6NkslRdrWPF2ANsXPI4gltsRjY7kB52QHqbQb+pqf4U3070BPUBCNIefAommGEg1Th1iIEd8Rvdwb2nCwMW4uNBZLaXuEYS7qXOVPoXnw7N77lwpCWQucXOJc5xJLibkkm5JJ2klVjeZ3UYqKSSySPlYMnbSUz5XtjjaXPcbNaNpJWUm3kjxUqRpxc5vJIvbMPMxlBHrvs6pcOe7c0eK3o4nf5la0KCprN7TgcVxSV5PRjqgti38X+aiFflJ/+LS/5zvoypBUHVoG/V0n/ANMn0MCAsdAEAQBAEBrc5G3pKn/Jl9EbitdX6JdjJeHvK6pf7R9UUSqU+mhAXNoUd+hzD/GJ88cf2KysvofacTylX/kxf+Puzo03N7hTn/Ed6Wf9LF79KNnJl/1prh7lQKuOyCAv7JbrwxHcY2HzsCvIfSj5bcrKtNf5P1MpejSEAQBAU3+UBRP1qWax5Oz4ydwdcOHnF/kFAVAgPU2g39TU/wAKb6d6AytIGezaFpiiIdVOGA2iMHwndPBvacNsavXVNZLaXWE4TK7lpz1QXnwXuyjZ5nPcXvcXPcSXOJuSTiSTxVW2282d5CEYRUYrJI+Fg9HbS07pXtYxpc9xAa0YkkrKTbyR4qVI04uUnkkWxm/Dk/IbdatqYm1jm3cL6zmNO5rG3dbyrY2VrQoKms3tOCxXFZXctGOqC8+L9ia5CzmpK0H2NURykYlrXc4DiWHnAdJCkFOVn+Un/wCLS/5zvoygIfocz1ipL0c9mRySF7JdzXua1ha7g0hrbHcduBuALyQBAEAQBAa7OM/olT/ky/RuWur9Euxkuw//AFUv94+qKIVKfTQgLl0KN/RJj/jH0Rs+1WVl9D7TiuUr/wDIj/r7s+9NEN6KNwHezNv0AxvHrss3i6C7TzyblldSW+L9UUuqw7cIC881JtejpyP7pjfkjVPqVzRedOPYfNcThoXdVf5N+Ov3NqtpBCAIAgIbpUy9BS0RbNE2YzXYyFxsCRYlxIxAbgbjG5bYi9wB5vKAvTMzPRtBkOnjjs6qcZtUbQwGd/OcPUN/Uo9euqayW0ucJwqV3LTnqgvPgvdkJqZ3SOc97i57iS5xNySdpuqptt5s72EIwioxWSR1rB6OyngdI5rGNLnuIDWgXJJ2ABZSbeSPM5xhFyk8kiy6nJn/AOBkyasIa6vc0MYTYtidIQ0AbiQCXE79W2zbaUKCprN7Tg8WxaV3LQhqgvPi/ZHnqpqHyPc+RznvcS5znElzicSSTiSpJSnbkzKEtNKyaF7o5WG7Xt2g/WCLgg4EEgoCwdImf7MrZOpg4BlXFKeVYL6pvGQHsPik7toOGOBIFaIC3NFekfU1KOsfzMGwzOPe7gx5Pg8Hbthw2AXOgCAIAgNLnpPqUNQeLNX5bgz61puHlTZY4TDTvaa45+Cz9ikVTn0cIC79DsGrQE+PK93mDWfyq0tFlT7zhOUU9K8y3RS9X7my0lUnK5OnA2tDXj4jw538Osvdys6bI2C1ObvYN9erxWXqeflUH0QIC29GNXr0epvje5vY7nj0uPmVpaSzp5bjhOUNLQu9L+ST8NXsiWqUUQQBAEBTH5QMD+UpX48nqyNvuDg5pPaQR8k8EBWuScmGU6zsGD09A+1RriuqayW0u8JwmV3LTnqgvPgvdkoY0AAAWA2BVbbbzZ3cIRhFRiskjlYPR9xROe4NaC5ziAGgXJJNgABtKylnqRiUlFOUnkkXho9zIFC0SzAOqnDrEQPgg73cXdgwuTaW9DQWb2nCYvizupc3T1QXnx7Ny73w7dLGQX12TJoohrSt1ZGN3uLHXIHElusAONlJKM8mkIDhAEAQBAW7or0j6upR1j+bg2GZx73cGPPi8Hbthw2AXMgCAICGaUqzUpWR3xkeMOLWAk+ksUS8llDLedDybo6Vy5/xXm/tmVUqw7cID0Po+pOSydTN4s1/nCZP5lcW6ypo+cYtU5y8qPjl4avY3VdTCWN8bu9e1zD1OaQfWtslmsiDSqOnNTW1NPwPMVTA6N7mOFnNcWuHAtNj6VRtZPJn1OE1OKlHY1mdaweia6LMoalQ+I7JW3Hwo7kfwl/mUyznlJx3nOcpLfToRqr9r8n98i01ZHFBAEAQEM0nVtN7GNPMwSyPxYy9iwi9pLjFtsbccRsuo9euqa4lthWFyvJ5vVBbXv4L81FUMYAAALAbAqptt5s+gQhGEVGKySPpYPR9RRlxDWglxIAAFySTYAAbSspZmJSUVm9SLt0eZjCjaJ5wDVOGA2iIEYgcXkbXdgwuTZ29vodKW04XF8Xd0+apaoLz+25d76spypRRBAU3pi0W8vr1tCzu2LpoGj+13l7APdOLfC2jnd8BQCAIAgCAIC3tFekfV1KOsfzcGwzOPe7gx5Pg8Hbthw2AXKgCAqfSflDlKoRg4RNAPwnc53o1R2Ksu55zy3Hc8nbfm7Z1Htk/Jal7kPUQvzvoKUzSxxN76R7WDrc4NHrXqKzaRrq1FTpym9iTfgenoIgxrWtwa0AAdAFgrtLLUfLZScm5PrPtZPJQ+lTJPseve4CzJgJRhhc4P6zrAn4wVVdQ0ame87/ArnnrRRe2Or48tXcQ9Ri5MjJ9W6GVkre+Y4OHYb26js7V6jJxaaNVejGtTlTlsayL5oqps0bJGG7XtDh1EetXcZKSzR8wrUpUqjpy2p5HesmsICPZ3ZzsomWFnTuHMZw8p3k9G/zkaK9dU1xLXC8LneTzeqC2v2XH08EU9V1T5XukkcXPcblx2k/1uVVKTk82d/SpQpQUILJI6V5Nh9RsLiGtBLiQAALkk4AADaVnaYlJRWb2F16O8xhRgTzgGpIwG0RAjYOLzvPYN5Nnb2+h0pbThsYxd3L5ql9Hr9ty73wnalFCEAQBAU1ph0Wctr1tCzu2Lp4Gj+13l7APdN5b4W0c7vgKBQBAEAQBAW/or0j21KOsfhg2GZx2bgx5O7g7dsOGwC28p1raeJ8r+9Y0k9PAdZNh2rzOSjFyZut6Eq9WNKO1vL7920oWrqXSvfI43c9xcetxuVSybbzZ9OpU40oKEdiWXgdS8mwm2iPJXLVwkI5kDS/o1nc1g9Lj8RSrSGlPPcUXKC45u10Ftk8u5a37LvLyVocIEBCdLORPZFHyrReSAl/TqHCQdgs74ijXVPShnuLzALvmbnQeyerv6vjvKNVUd4EBYui/Lm2leeLovW9v83ylPs6v7GclyjsdlzBcJez9vAsNTzlDQZ25zMoo8LOncOYz+Z3kj07OJGivWVNcS0wvDJ3k90FtfsuPp4J05WVT5nukkcXPcblx3/YOjcqqUnJ5s+gUqUKUFCCySOleTYEBbWhzN+F0Da48+Rxe2O4wYGuLCRxcSDjw7VZ29vorSltOHxnFnXk6NJ9Bde/7eu0s5SznwgCAIAgCA8//AJQWacFO+OshGo+d7mysA5rnW1tcDwXHG+47cDckCnEAQBAEAQFhZOzlqpqJlPM/Wja4FhN9ctaLNDjfnNG7DcOAtX3dXN6COw5PYfox/Uz2vUuzrff1cO06FBOoCAvjRdkT2NRNc4Wkm7o7iGkdzHycetxVtbU9GHacBjl3z900tkdXz56u4mCkFMEBw9oIIIuDgQdhBQym080edc9MgmhqnxWPJnnRHix2ztGLT8G+9U9anzc8j6Phl4ru3U+vY+377TRLSWB2U1Q6N7XsJa9pBaRuIxCym080eKlONSLhNZployaQIhSCUWNQebyXB4GJPkbxx2bQbWTu46GfXuOLjyfqu6dN/Rt0uG7t/wC7isa+sfPI6SRxc9xuSf6wHQq6UnJ5s7KjRhRgqdNZJHQvJtOWtJNgLk4ABZMNpLNn1pCyLJRQU2ubPn5UuZ4rWCPVBPE65v1AcVZW9to9KW04rF8ZdfOjRfQ63v8At69huMxNL7cm0UdKaQyFhedflg2+vI5/e6hta9tu5SznSQe2Db+z3fvA/CQD2wbf2e794H4SAe2Db+z3fvA/CQD2wbf2e794H4SAe2Db+z3fvA/CQD2wbf2e794H4SAhmkzSUMrxRRimMPJvL7mTXvdtrW1BZAV4gCAIAgM3JVCZX+SMXH6usrRXrc3HiWeFYe7ytk/pW347X9yWtbYWGAGwKpbzPokYqKUUskjlYMkizDzfNdVtYR3JnPlO7VB73rcbDqudy30KenPLqKzFb39LbuS+p6l27+49CgK3PnRygCAICLaQ82fZ1NzB3eK7o9nOw5zLnxsO0DpWi4pc5HVtRa4Rf/pK/S+mWp/Pd6ZlAvaQSCLEYEHAghVJ9CTTWaOFgyEAQHIF8BtWQ3kWlmNmhyAE847scWMPuY4ny/V17LK3t9HpS2nE4zjHPt0aL6HW9/29ewjf5QNI4w0ko71j5WHrkawt+jcpZzpSqAIAgCAIAgCAIAgCAIDIoqR0rtVvadwC11KiprNkuysql3V5uHe+pIltJTNjaGt2cd5PEqoqVHOWbPolpaU7WkqdPZ6vezuXgkn1HGXENaCXEgAAXJJwAAG0rO0xKSis3sPQWYebQoKYNNuWfZ0rhx3NvwaMOu53q3oUubjl1nzvFb93dfSX0rUvnvJItxWBAEAQBAVRpWzOsXVkDcDjOwbv8QDh43n4lQLqh++PedbgOKbLaq/9X7fHhuKuUA6sIAgLC0ZZHgfedzmvmacI/wC74OIO0ncdg69k+0pxfS6zlOUN5XjlRSai+vfw+et9m2xlPOSMTKuTYqmJ8MzA+J4s5p84IO0EGxBGyyAq2s0INLiYqxzWbmviDnDrc17QfMEB0fmOd7+HzB/EQD8xzvfw+YP4iAfmOd7+HzB/EQD8xzvfw+YP4iAjee2jKfJ8QmbJy8Q/tHNYWmPgS255p47jt3ICCIAgCAIDLoMnumOGDRtcdg+09C01a0aa17SwsMNrXkuhqitr6vu+HoSmkpWxN1WjrO8npVXUqSm82d9aWdK1p83TXy+LO9ayUEBbGinM7V1a2duJF4GHcD7oR0jveg34KwtaH75dxyOPYppZ21J/7P2+fDeWgpxyoQBAEAQBAcOaCLHEHaECeRS+kXMU0pNRTtvTnFzRtiJ/k6d2zgq24t9HpR2Hb4PjCrpUaz6fU9/39SAKGdCEB30VW+F4fG8seNjgbH/sdC9Rk4vNGurRhWg4VFmnvLGzd0hMfZlUNR+zlGjmHrG1p6dnUp9K7T1TORv+T04Zztta3Pb3b/XtJxDK17Q5rg5pxDmkEEdBG1TE09aObnCUJOMlk1vPtZPIQBAEAQHy9gcCCAQQQQRcEHAgg7QgKI0n6OjSF1TStJpSbvYMTCT64+ndsO4oCtUB9xxlxs0EngFhyUVmzZTpTqy0YJt8DdUGQt8vyR9Z+xQqt31Q8Tp7Dk69U7l//K938eJvGMDRYCwGwBQG23mzq4QjCKjFZJbj6WD0EBYmjjMQzltTUt7gMY4z7pwJHif7urbNt7fS6UthzeM4xzSdCi+l1vd9/TtLkCsTiwgCAIAgCAIAgOHtBBBAIOBBxBBQym080VJn3o3LC6ejbdm10Axc3iWcW+TtG6+wV9e1y6UPA6/CsdUkqVy9fVL5+fErNQTqAgCAz8lZZnpjeGRzOI2tPW04HzLZCpKH0si3NnQuVlVin6+O0meTNJZFhUQ38qM2PyHfaFLhe/yXgc9ccmVtoT7pfK+CT0OeVHLsmDDwkBZ6TzfSpEbinLrKatg17S2wz7Nf38jc09XHILskY8cWua71FblJPYyvnSqU3lOLXamjvssmvMWQZmPUVkcYu+RjBxc5rfWVhyS2s2U6NSo8oRb7E2aTKOeVFGCHSiS4ILWN1wQcCL96b8CVplc049ZY0cFvav7Mlx1eW3yKSy3kelfUPfA17IXG4icRzTvAI8HgL4cVGneN/Si7teTUI668s+C2eO30PqCnawWa0AdH271ElOUnnJnQ0LalQjo0opLh7vaztXg3hActFzYYk7AsmG8tbLQzE0b31Z61thgWU538DIOHkefeFOoWv7p+ByuK47lnStn2y+Pnw3lrAWU85I5QBAEAQBAEAQBAEAQEOzw0fwVt5GWiqD4YHNefLbx8oY8b7FGrW0Z61qZc4djVW1yhLpQ3da7H7ehTmXs3qiifqzxlo8F4xY7qcMOzbxAVdUpSg+kjtLS+oXUc6Us+HWu78Rq1rJYQBAEAQHdHVvbg17gOhxHqXpSa6zXKlTlrcU+4SVT3YOe4jpcT60cmxGlCOuMUu46V5NgQBAEAQG3zezaqK52rBHdoNnSOwY3rdx6Bc9C206Uqj1EO8v6FrHOo9e7rfd+IuTNDMOChs93daj+8cMG/Abu69vVeysaVvGnr2s4rEMYrXfRXRhu39r9thLVIKgIAgCAIAgCAIAgCAIAgCA6qmmZK0ska17DgWuAIPWCsNJrJnqE5QlpReT4Ff5w6KoZLupXmF3iOu6M9R75vp6lEqWcXrjqOitOUVWn0a60lv2P4fl2leZZzLrKW+vA5zB4cfPbbjzcWjrAUOdCcNqOjtsVtbj6Z5Pc9T+/dmR9aSxCAIAgCAIAgCAkWRcyK2qtqQljD4cvc29eOLh1ArfC3qS2IrbnF7Sh9U83uWv7eLLEze0VwRWdUvM7/ABBzYx2bXecDiFMp2kVrlrObu+UVap0aK0Vv2v4X5rJ9BA2NoYxoaxosGtAAA4ADAKUklqRz8pym3KTzb3nYsnkIAgCAIAgCAIAgCAIAgCAIAgCAIDVZUzbpam5mp43OO12rZ/y22d6VrlShLaiXQvrih/bm1w6vDYRmt0VUT8WGWLoa4OH8YJ9K0ys6b2aizpcoruP1ZS7V8Zehpp9D/iVeHB0X1h/1LU7LcydDlP8Ayp+D+xhv0Qz7qiI9bXD7V5/RS3m5cpqXXB+KDNEM++oiHU1x+xP0Ut4fKal1QfijMp9D+PPq8ODYvrL/AKl6VlvZonynf7afi/sbqh0V0TMXmWXoc8NH8AB9K2xtKa26yFV5RXc/pyj2L5zJPkzN6lprcjBGwjwg0F3yzzj51vjThHYirr3txX/uTb79XhsNmvZFCAIAgCAIAgCAIAgCAIAgCAIAgCAIAgCAIAgCAIAgCAIAgCAIAgCAIAgCAIAgCA//2Q=="/>
          <p:cNvSpPr>
            <a:spLocks noChangeAspect="1" noChangeArrowheads="1"/>
          </p:cNvSpPr>
          <p:nvPr/>
        </p:nvSpPr>
        <p:spPr bwMode="auto">
          <a:xfrm>
            <a:off x="155575" y="-1881188"/>
            <a:ext cx="3924300" cy="39243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data:image/jpeg;base64,/9j/4AAQSkZJRgABAQAAAQABAAD/2wCEAAkGBxQREhUUExMWFhIXGRgYFxUXFxcXGBgYFxQYFxcdHxcYHSggGhomHBwXIzIhKCkrLi4uFx8zODMsNygtLi4BCgoKDg0OGxAQGywkICYsLDI0NCwtLDYwNCwsLCwsLy8wLCwsLCwtLCwsLCwsLCw0LCwsLCwsLywsLCwvNCwsNP/AABEIAOEA4AMBEQACEQEDEQH/xAAcAAEAAgIDAQAAAAAAAAAAAAAABgcEBQEDCAL/xABQEAABAwIBBwUIDQkIAwEAAAABAAIDBBEhBQYHEjFBURMiYXGBIzJCUmKRobEUGENUcoKSk7PB0dLTCBckNVWUosLwM1Njc4Syw+E0RHQV/8QAGwEBAAIDAQEAAAAAAAAAAAAAAAQFAQMGAgf/xAA5EQACAQICBQsDAwUAAwEAAAAAAQIDBAUREiExUWEGEyJBcYGRobHB0TLh8BRCUiMzYnLxJEOCNP/aAAwDAQACEQMRAD8AvFAEAQBAEAQBAEAQBAcONsTsQbTTV2dlFDfXqogRtAcHuHxWXK1yrQjtZNpYddVfppvwy82aeo0nUDdkj3/BjcP99lqd3TXWTYYBey2xS7WvbMwXaWqPdFUfJj/EXn9ZDczeuTV1/KPi/g5bpao98VQPix/iJ+shuYfJq6/lHxfwZtPpNye7bI9nwo3n/aCvSuqe8jzwC9jsin2Ne+RuqLOmjmsGVURJ2NLw1x+K6xW2NaD2MhVcPuqX1U5eHujbgrYQzlAEAQBAEAQBAEAQBAEAQBAEAQBAEAQEczgz2pKO7Xya8g9yj5zu3c3tIWmpXhDayytMJubnXGOS3vUvl9xXeWtK1TJcU7Gwt8Y90f6RqjqsetQ53kn9Oo6O25OUIa6rcn4L58yGZSyxPUG800km+znEgdTdg7Ao0pyltZd0bWjRX9OCXYvcwV4JAQBAEAQBAZ+TMtVFMe4zSR77NcdU9bdh7Qvcako7GR69pQr/ANyCfdr8dpNMjaWKiOwqI2zN3ub3N/ScOaeqw61JheSX1LMo7nk3RnroycXx1r582WLm/nnSVlhHLqyH3KTmv7Bsd8UlTKdeE9jOcu8LubbXOOa3rWvt35EgW4rggCAIAgCAIAgCAIAgCAIAgNRnFnJT0LNad9ie9YMXv6m/WbDpWupVjTWbJlnY1ruWjSXa+pfniVBnRpEqau7YyYIfFYee4eU/b2Cwxxuq6rcznqWpHZWOB29vlKfSlx2dy+fIhqjF0EAQBAEAQBAEAQBAEAQE1zX0j1NLZkpM8PBx57R5Lzt6jfZYWUqldSjqetFHfYFQr9Kn0ZcNnevjzLezfzhgrWa8DwbW1mHB7L+M3dvx2G2BKsKdSM1nE467sq1rPRqrLj1PsZtVsIgQBAEAQBAEAQBAEAQEFz60gso7wwWkqdhO1kXX4zvJ3b+Bi17lQ1R2l9heCyucqlXVDzf24+G8pmvrZJ3ukle58jsS5xuf+h0bAq2UnJ5s7alRhSgoU1kkY68mwID6YwuIABJOAAxJPUs7TDais2STJeYtXNYlgibxkNj8gXdfrAUiFrUlw7SnucdtKOpPSf8Aj87PUk9Fo0iH9rM954MAYPTrE+hSI2UetlNW5TVX/bgl25v4N1T5k0TPcNY8XPefRe3oW5W1JdRXTxu+n+/LsS+MzMbm3SD/ANaL5APrXvmaf8UR3iV2/wD2y8WHZt0h/wDWi7GAepOZp/xQWJXa/wDbLxMKozIon+46p4te8ei9vQvDtqT6iTDHL6H78+1L4zNLXaNIj/ZTvaeDwHjzjVt6VplZR/ayxo8pqq/uwT7NXrmRjKmY9XDchglbxjOsfkmzvQo07WpHqz7C5tsctK2py0X/AJavPZ5kbc0gkEWIwIO0FaC3TTWaOFgyEBk5OyhJTyCSF7mSN2Ob6iNhHQcCvUZOLzRqrUKdaDhUWaLpzGz+jrbRTWjqdw8CT4N9jvJ818bWdC4U9T2nEYpg07X+pT1w8128OPiTZSSjCAIAgCAIAgCAICtNI+f3Ja1LSu7rsllHgcWtPj8T4OwY97CuLjLoxOnwbBucyr110epb+L4bl19m2oiVXHYhAEBMs3cwZZrPnJhj8W3dHDqPe9uPQpdK0lLXLUjnr/H6VHoUelLyXz3eJYuSMhwUotDGGne7a89bjj2bFPhSjD6UcndX1e5edWWfDq8DYrYRAgCAIAgCAIAgNZljIFPVDusYLtzxg8fGHqNwtc6UJ/UiZa39xav+lLVu6vD8ZXOcWYc1Pd8N5ougd0aOlo74dI8wUCrayjrjrR11hj1GvlCr0ZeT7+rsfiyIKIXwQHLHEEEGxGIIwIIWTDSayZcejnPz2Rq01S7u+xkh906D5fr69tjb3Gl0ZbTi8Ywfmc61FdHrW77enYWIphzgQBAEAQBAEBA9JmeXsRnseB36Q8YuHuTDv+Gd3DbwvFua+gtFbS/wXC/1MudqLoLzfwuvw3lJkqrO5CAyKGikneI4ml73bAPt2AdJXqMXJ5I1Vq9OjBzqPJItjNTM2OkAe+0lR43gs+CDv8o49Ss6Nuoa3rZw2JYzUus4Q6MN3W+342dpKFJKUx6+tjgjdLK8MjYLuc7YB9Z3W2klAVvWaaqZriI6eV7R4RLWX6QMcOux6EB0fnuh96SfON+6gH57ofeknzjfuoB+e6H3pJ8437qAfnuh96SfON+6gH57ofeknzjfuoB+e6H3pJ8437qAzclaZaSR4bLFLCCba5Ie0fCtYgdQKAsiOQOAc0gtIBBBuCCLggjaCEB9ICptI81M6e0Le7AnlXtsGE8Lb3jeR1G52Vl04aXR29Z3WAwulRzqvov6U9v/ADcvDJbYgohfBAcscQQQbEYgjAghZMNJrJl46Ns8fZsfJTEeyYxif7xmzW+ENhHUd9haW9fTWT2nCYzhf6WfOU/ofk93Zu8CbKSUYQBAEAQGmzsy+ygpnTOxd3sbPGedg6tpPQCtdWoqccybYWcrusqa2db3L82cTzvXVb5pHSSOLpHkuc47yfUOhU8pOTzZ9HpUoUoKEFkkdC8mwyMn0T55Gxxt1nuNgPWTwAGN16jFyeSNVevChTdSo8ki5s183Y6KOzbOld38m89A4NHBW1Giqa4nz3EcRqXlTN6orYvzrN0txXBAVTp/rnNgpYQbMkfI93TyQYGjpHdCewICkkAQBAEAQBAEAQHobQpXulyYA4k8lK+JpJvzQ1kg82uR1BAc59548nrU9O7umySQeBxa0+PxO7Zt2Qri4y6MTp8GwbnMq9ddHqW/i+G5dfZtrNVx2IQBAEBk5Nr308rJYjqyMN2n1g8QRcEbwSvUZOLzRqr0YVqbpzWpnorNnLbK2nZMzC+D23vqPHfN/raCDvVxTqKcdJHze9tJ2tZ0pd3FdT/Os2q2EQIAgCAoXSXnF7Mqi1hvDDdjOBN+e7tIt1NCqrmrpz1bEfQMFsf01vpSXSlrfsvzrZEVGLg5Avs2rIbyLgzHzaFJFrvH6Q8c4+I3aGD0X6eoK1t6PNrN7TgMYxJ3dTRg+gtnF7/jh2knUgpggCAp/wDKF2UP+o/4EBqsydED8pUcdUKtsYeXjUMRcRqPczbrDhdAb32vsnv5nzJ++gHtfZPfzPmT99APa+ye/mfMn76Ae19k9/M+ZP30A9r7J7+Z8yfvoB7X2T38z5k/fQER0i6NXZIiikdUNl5R5ZYRllrNve5cboDOzMzifSZNdBGC2WWZ79fYWxujiaNXyiWux3DZtuIVxcZdGO06bBsG5zKvXXR6lv4vh69m3XquOyCAysmZPkqJGxRN1nu8wG8k7gOK9wg5vJGi4uKdvTdSo8kie5Y0ftbSDkbuqGXc4490w5zQN1t3/eE2dolDo7TmLXlBKV1/V1QepcNz+fsVwq864ICa6Lc4/YtUInnuM5DTwa/Yx3aeaesE7FKtauhLJ7GUeO2P6ihzkfqjr7ute/8A0vNWhwYQBARjSLlz2HRPLTaWTucfEFwNz2Nub8bLRcVNCBaYPafqblJ7Frfd8s8/KoPogQE10aZC5aU1DxdkRswHYZNv8IsestUy0paT0n1epznKC/5qmqEHrlt/1++zszLTVkcUEAQBAU/+ULsof9R/wICw9Bv6mp/hTfTvQE9QBAEAQBAEBTum7KMFQ6GnB13wvL3270EtsGk7zvI6upQ7m40ejHadJguEc61XrLo9S39vD17NtcqtO0CAycnUElRI2OJus92wesk7gOK9Qi5PJGmvXp0KbqVHkkXLmvm7HRR6o50ju/k4ngODRwVtRoqmuJ8+xHEal5UzeqK2L86zdLcVxU+kfIPITcswWilJJ8mTa4dAO0fG4KsuqWjLSWxnc4Bf8/R5qb6UfNdXhs8CHqIX4QHofMPLnsyjjkcbyN7nJ8Ntse0Wd8ZXFCppwTPnGK2n6a5lBbHrXY/jYSFbiuCApPTDlblawQg82Btvjvs53o1B2FVl3POeW47jk7bc3bOo9sn5LUvPMgaiHQH3BEXua1ou5xDQOJJsB51lLN5I8zmoRcpbFrL3yJk1tNBHC3wBieLji49purqnBQioo+ZXlzK5rSqvrfl1LwM5eyMEAQBAU/8AlC7KH/Uf8CAsPQb+pqf4U3070BPUAQBAEAQFfaRs+xTA09M69QcHvHuQO4eX6utRLi40ejHadFg+Duu1WrLodS3/AG9SmXOJNybk4kneq07VJJZI4WDJkUFE+eRscbS57jYAevoA4r1GLk8kaq9eFGDqVHkkXJmrm4yijsLOld38nHoHBo9O3qtqNFU1xPn2JYlO8qZvVFbF7vibxbitCA1ucOSxVU8kR2kXaeDxi0+fDqJWurDTi4kuxuna141V1bezr/N5RT2EEgixGBB2gjaqY+mJprNHCwZLD0NZW5OpfTk82Zt2jy47nDrbrfJCmWc8paO85zlHbadGNZbYvyf3y8S5VZHFHxNIGtLnGzWgknoAuUbyMxi5NJHmPKdYZ5pJXd9I9zzvtrOJt2KjlLSbZ9SoUlSpxprYkl4GMvJtJZo0ydytXrkc2Fpd0ax5rfWT8VSrSGlPPcUXKC55q10Ftk8u7a/jvLcVocIEAQBAEBT/AOULsof9R/wICw9Bv6mp/hTfTvQE9QBAEAQEB0i59ClBp6cg1JHOcMRED/PwG7bwUS4uNDox2nQYPhDuGqtVdD1+xSz3EkkkknEk4kk7cVWnbpJLJHCwZO6ipHzPbHG0ue42AH9YDffdZeoxcnkjXWrQowdSbySLkzTzaZRR7nTOHPf/ACt4NHp28ALWjRVNcT59ieJzvZ7orYvd8fQ3y3lYEAQBAU9pEydyNY4gc2UCQYbzg/t1gT8YKquoaNTtO/wK5560Se2Or48tXcRhRi5M7IeUDT1EUw9ze1xtvAPOHaLjtXuEtGSZHuqKr0ZU31p/Y9MtdcXGwq7Pl7WRHtINZyWTql3Fmp84RH6nFabiWVNljhNLnLymuOfhr9jzyqc+jhAWroso9SmfIRjI/b5LBYfxF6s7OOUG95xHKStpXMaf8V5v7ZEzUs54IAgCAhWlHPI5NgaIrGpmJDLi4Y1ttZ9t5xAAOFzfGxBA8/5VyxPVO1qiaSV2NtdxIbe19UHBowGAtsCA9MaDf1NT/Cm+negJ6gCAICB6Rc+RSAwQEGpIxdtEQI2nyzuG7adwMW4uNDox2l/g+EO5fO1foXn9t/gUrI8uJLiSSSSSbkk4kk7yqw7hJJZLYfKwZPmR4aCSbAbSspNvJHipUjTi5zeSRY+hnk5aaacMGvyzog47dRscTgOi5cTh0cFbUKKpricBiuJyvJ5R1QWxe74+niWGt5UhAEAQBAQbStR60EUtsWPLT1PF/W0edQ72OcUzpeTVbRrTp71n3r/pWCrTswgPRuZVZy1BTPvc8m1pPEs5jvS0q5oy0qaZ81xKlzV3Ujxfnr9yPaZagtoWtHhzMB6g17vWAtV48qfeWPJyCldt7ov1S9yk1VnchAXfmbT8nRU4G9gd8sl/1q5oLKmj5vitTTvKj45eGr2NytpXhAEAQFOflAUD7004BMYD4ydzXX1m+ca3yUBT6A9TaDf1NT/Cm+negJ6gCAgukTPkUbTBAQapwxO0RAjaeLyNje07gYtxcaHRjtL7CMIdy+dq/QvP7b33LhSckhcS5xJcSSSTckk3JJO0qszzO5jFRWS2HysGTuoqR8z2xxtLpHGzWjaT/W9eknJ5I8VasKUHObySNxpXzSbk7J9Nc608kp5RwvYWjJDW9A47z2AWlCgqa17TgcUxWd5PKOqC2Lfxf5qJHoG/V0n/ANMn0MCkFQWOgCAIAgCA0OfVPr0M43gB3yXtcfQCtFws6bLPBqmhe03vbXimilVUH0UIC89ENRr5Pa3xJJG+ch/8ytbR50zguUENG8b3pP29jWabX/o8A4yE+Zh+1a736USuTK/rTfD3KfVcdmEBfuR49WnhaN0cY8zAFeQWUUuB8uupaVect8n6sy16NAQBAEBBdLmckdJSck6NkslRdrWPF2ANsXPI4gltsRjY7kB52QHqbQb+pqf4U3070BPUBCNIefAommGEg1Th1iIEd8Rvdwb2nCwMW4uNBZLaXuEYS7qXOVPoXnw7N77lwpCWQucXOJc5xJLibkkm5JJ2klVjeZ3UYqKSSySPlYMnbSUz5XtjjaXPcbNaNpJWUm3kjxUqRpxc5vJIvbMPMxlBHrvs6pcOe7c0eK3o4nf5la0KCprN7TgcVxSV5PRjqgti38X+aiFflJ/+LS/5zvoypBUHVoG/V0n/ANMn0MCAsdAEAQBAEBrc5G3pKn/Jl9EbitdX6JdjJeHvK6pf7R9UUSqU+mhAXNoUd+hzD/GJ88cf2KysvofacTylX/kxf+Puzo03N7hTn/Ed6Wf9LF79KNnJl/1prh7lQKuOyCAv7JbrwxHcY2HzsCvIfSj5bcrKtNf5P1MpejSEAQBAU3+UBRP1qWax5Oz4ydwdcOHnF/kFAVAgPU2g39TU/wAKb6d6AytIGezaFpiiIdVOGA2iMHwndPBvacNsavXVNZLaXWE4TK7lpz1QXnwXuyjZ5nPcXvcXPcSXOJuSTiSTxVW2282d5CEYRUYrJI+Fg9HbS07pXtYxpc9xAa0YkkrKTbyR4qVI04uUnkkWxm/Dk/IbdatqYm1jm3cL6zmNO5rG3dbyrY2VrQoKms3tOCxXFZXctGOqC8+L9ia5CzmpK0H2NURykYlrXc4DiWHnAdJCkFOVn+Un/wCLS/5zvoygIfocz1ipL0c9mRySF7JdzXua1ha7g0hrbHcduBuALyQBAEAQBAa7OM/olT/ky/RuWur9Euxkuw//AFUv94+qKIVKfTQgLl0KN/RJj/jH0Rs+1WVl9D7TiuUr/wDIj/r7s+9NEN6KNwHezNv0AxvHrss3i6C7TzyblldSW+L9UUuqw7cIC881JtejpyP7pjfkjVPqVzRedOPYfNcThoXdVf5N+Ov3NqtpBCAIAgIbpUy9BS0RbNE2YzXYyFxsCRYlxIxAbgbjG5bYi9wB5vKAvTMzPRtBkOnjjs6qcZtUbQwGd/OcPUN/Uo9euqayW0ucJwqV3LTnqgvPgvdkJqZ3SOc97i57iS5xNySdpuqptt5s72EIwioxWSR1rB6OyngdI5rGNLnuIDWgXJJ2ABZSbeSPM5xhFyk8kiy6nJn/AOBkyasIa6vc0MYTYtidIQ0AbiQCXE79W2zbaUKCprN7Tg8WxaV3LQhqgvPi/ZHnqpqHyPc+RznvcS5znElzicSSTiSpJSnbkzKEtNKyaF7o5WG7Xt2g/WCLgg4EEgoCwdImf7MrZOpg4BlXFKeVYL6pvGQHsPik7toOGOBIFaIC3NFekfU1KOsfzMGwzOPe7gx5Pg8Hbthw2AXOgCAIAgNLnpPqUNQeLNX5bgz61puHlTZY4TDTvaa45+Cz9ikVTn0cIC79DsGrQE+PK93mDWfyq0tFlT7zhOUU9K8y3RS9X7my0lUnK5OnA2tDXj4jw538Osvdys6bI2C1ObvYN9erxWXqeflUH0QIC29GNXr0epvje5vY7nj0uPmVpaSzp5bjhOUNLQu9L+ST8NXsiWqUUQQBAEBTH5QMD+UpX48nqyNvuDg5pPaQR8k8EBWuScmGU6zsGD09A+1RriuqayW0u8JwmV3LTnqgvPgvdkoY0AAAWA2BVbbbzZ3cIRhFRiskjlYPR9xROe4NaC5ziAGgXJJNgABtKylnqRiUlFOUnkkXho9zIFC0SzAOqnDrEQPgg73cXdgwuTaW9DQWb2nCYvizupc3T1QXnx7Ny73w7dLGQX12TJoohrSt1ZGN3uLHXIHElusAONlJKM8mkIDhAEAQBAW7or0j6upR1j+bg2GZx73cGPPi8Hbthw2AXMgCAICGaUqzUpWR3xkeMOLWAk+ksUS8llDLedDybo6Vy5/xXm/tmVUqw7cID0Po+pOSydTN4s1/nCZP5lcW6ypo+cYtU5y8qPjl4avY3VdTCWN8bu9e1zD1OaQfWtslmsiDSqOnNTW1NPwPMVTA6N7mOFnNcWuHAtNj6VRtZPJn1OE1OKlHY1mdaweia6LMoalQ+I7JW3Hwo7kfwl/mUyznlJx3nOcpLfToRqr9r8n98i01ZHFBAEAQEM0nVtN7GNPMwSyPxYy9iwi9pLjFtsbccRsuo9euqa4lthWFyvJ5vVBbXv4L81FUMYAAALAbAqptt5s+gQhGEVGKySPpYPR9RRlxDWglxIAAFySTYAAbSspZmJSUVm9SLt0eZjCjaJ5wDVOGA2iIEYgcXkbXdgwuTZ29vodKW04XF8Xd0+apaoLz+25d76spypRRBAU3pi0W8vr1tCzu2LpoGj+13l7APdOLfC2jnd8BQCAIAgCAIC3tFekfV1KOsfzcGwzOPe7gx5Pg8Hbthw2AXKgCAqfSflDlKoRg4RNAPwnc53o1R2Ksu55zy3Hc8nbfm7Z1Htk/Jal7kPUQvzvoKUzSxxN76R7WDrc4NHrXqKzaRrq1FTpym9iTfgenoIgxrWtwa0AAdAFgrtLLUfLZScm5PrPtZPJQ+lTJPseve4CzJgJRhhc4P6zrAn4wVVdQ0ame87/ArnnrRRe2Or48tXcQ9Ri5MjJ9W6GVkre+Y4OHYb26js7V6jJxaaNVejGtTlTlsayL5oqps0bJGG7XtDh1EetXcZKSzR8wrUpUqjpy2p5HesmsICPZ3ZzsomWFnTuHMZw8p3k9G/zkaK9dU1xLXC8LneTzeqC2v2XH08EU9V1T5XukkcXPcblx2k/1uVVKTk82d/SpQpQUILJI6V5Nh9RsLiGtBLiQAALkk4AADaVnaYlJRWb2F16O8xhRgTzgGpIwG0RAjYOLzvPYN5Nnb2+h0pbThsYxd3L5ql9Hr9ty73wnalFCEAQBAU1ph0Wctr1tCzu2Lp4Gj+13l7APdN5b4W0c7vgKBQBAEAQBAW/or0j21KOsfhg2GZx2bgx5O7g7dsOGwC28p1raeJ8r+9Y0k9PAdZNh2rzOSjFyZut6Eq9WNKO1vL7920oWrqXSvfI43c9xcetxuVSybbzZ9OpU40oKEdiWXgdS8mwm2iPJXLVwkI5kDS/o1nc1g9Lj8RSrSGlPPcUXKC45u10Ftk8u5a37LvLyVocIEBCdLORPZFHyrReSAl/TqHCQdgs74ijXVPShnuLzALvmbnQeyerv6vjvKNVUd4EBYui/Lm2leeLovW9v83ylPs6v7GclyjsdlzBcJez9vAsNTzlDQZ25zMoo8LOncOYz+Z3kj07OJGivWVNcS0wvDJ3k90FtfsuPp4J05WVT5nukkcXPcblx3/YOjcqqUnJ5s+gUqUKUFCCySOleTYEBbWhzN+F0Da48+Rxe2O4wYGuLCRxcSDjw7VZ29vorSltOHxnFnXk6NJ9Bde/7eu0s5SznwgCAIAgCA8//AJQWacFO+OshGo+d7mysA5rnW1tcDwXHG+47cDckCnEAQBAEAQFhZOzlqpqJlPM/Wja4FhN9ctaLNDjfnNG7DcOAtX3dXN6COw5PYfox/Uz2vUuzrff1cO06FBOoCAvjRdkT2NRNc4Wkm7o7iGkdzHycetxVtbU9GHacBjl3z900tkdXz56u4mCkFMEBw9oIIIuDgQdhBQym080edc9MgmhqnxWPJnnRHix2ztGLT8G+9U9anzc8j6Phl4ru3U+vY+377TRLSWB2U1Q6N7XsJa9pBaRuIxCym080eKlONSLhNZployaQIhSCUWNQebyXB4GJPkbxx2bQbWTu46GfXuOLjyfqu6dN/Rt0uG7t/wC7isa+sfPI6SRxc9xuSf6wHQq6UnJ5s7KjRhRgqdNZJHQvJtOWtJNgLk4ABZMNpLNn1pCyLJRQU2ubPn5UuZ4rWCPVBPE65v1AcVZW9to9KW04rF8ZdfOjRfQ63v8At69huMxNL7cm0UdKaQyFhedflg2+vI5/e6hta9tu5SznSQe2Db+z3fvA/CQD2wbf2e794H4SAe2Db+z3fvA/CQD2wbf2e794H4SAe2Db+z3fvA/CQD2wbf2e794H4SAhmkzSUMrxRRimMPJvL7mTXvdtrW1BZAV4gCAIAgM3JVCZX+SMXH6usrRXrc3HiWeFYe7ytk/pW347X9yWtbYWGAGwKpbzPokYqKUUskjlYMkizDzfNdVtYR3JnPlO7VB73rcbDqudy30KenPLqKzFb39LbuS+p6l27+49CgK3PnRygCAICLaQ82fZ1NzB3eK7o9nOw5zLnxsO0DpWi4pc5HVtRa4Rf/pK/S+mWp/Pd6ZlAvaQSCLEYEHAghVJ9CTTWaOFgyEAQHIF8BtWQ3kWlmNmhyAE847scWMPuY4ny/V17LK3t9HpS2nE4zjHPt0aL6HW9/29ewjf5QNI4w0ko71j5WHrkawt+jcpZzpSqAIAgCAIAgCAIAgCAIDIoqR0rtVvadwC11KiprNkuysql3V5uHe+pIltJTNjaGt2cd5PEqoqVHOWbPolpaU7WkqdPZ6vezuXgkn1HGXENaCXEgAAXJJwAAG0rO0xKSis3sPQWYebQoKYNNuWfZ0rhx3NvwaMOu53q3oUubjl1nzvFb93dfSX0rUvnvJItxWBAEAQBAVRpWzOsXVkDcDjOwbv8QDh43n4lQLqh++PedbgOKbLaq/9X7fHhuKuUA6sIAgLC0ZZHgfedzmvmacI/wC74OIO0ncdg69k+0pxfS6zlOUN5XjlRSai+vfw+et9m2xlPOSMTKuTYqmJ8MzA+J4s5p84IO0EGxBGyyAq2s0INLiYqxzWbmviDnDrc17QfMEB0fmOd7+HzB/EQD8xzvfw+YP4iAfmOd7+HzB/EQD8xzvfw+YP4iAjee2jKfJ8QmbJy8Q/tHNYWmPgS255p47jt3ICCIAgCAIDLoMnumOGDRtcdg+09C01a0aa17SwsMNrXkuhqitr6vu+HoSmkpWxN1WjrO8npVXUqSm82d9aWdK1p83TXy+LO9ayUEBbGinM7V1a2duJF4GHcD7oR0jveg34KwtaH75dxyOPYppZ21J/7P2+fDeWgpxyoQBAEAQBAcOaCLHEHaECeRS+kXMU0pNRTtvTnFzRtiJ/k6d2zgq24t9HpR2Hb4PjCrpUaz6fU9/39SAKGdCEB30VW+F4fG8seNjgbH/sdC9Rk4vNGurRhWg4VFmnvLGzd0hMfZlUNR+zlGjmHrG1p6dnUp9K7T1TORv+T04Zztta3Pb3b/XtJxDK17Q5rg5pxDmkEEdBG1TE09aObnCUJOMlk1vPtZPIQBAEAQHy9gcCCAQQQQRcEHAgg7QgKI0n6OjSF1TStJpSbvYMTCT64+ndsO4oCtUB9xxlxs0EngFhyUVmzZTpTqy0YJt8DdUGQt8vyR9Z+xQqt31Q8Tp7Dk69U7l//K938eJvGMDRYCwGwBQG23mzq4QjCKjFZJbj6WD0EBYmjjMQzltTUt7gMY4z7pwJHif7urbNt7fS6UthzeM4xzSdCi+l1vd9/TtLkCsTiwgCAIAgCAIAgOHtBBBAIOBBxBBQym080VJn3o3LC6ejbdm10Axc3iWcW+TtG6+wV9e1y6UPA6/CsdUkqVy9fVL5+fErNQTqAgCAz8lZZnpjeGRzOI2tPW04HzLZCpKH0si3NnQuVlVin6+O0meTNJZFhUQ38qM2PyHfaFLhe/yXgc9ccmVtoT7pfK+CT0OeVHLsmDDwkBZ6TzfSpEbinLrKatg17S2wz7Nf38jc09XHILskY8cWua71FblJPYyvnSqU3lOLXamjvssmvMWQZmPUVkcYu+RjBxc5rfWVhyS2s2U6NSo8oRb7E2aTKOeVFGCHSiS4ILWN1wQcCL96b8CVplc049ZY0cFvav7Mlx1eW3yKSy3kelfUPfA17IXG4icRzTvAI8HgL4cVGneN/Si7teTUI668s+C2eO30PqCnawWa0AdH271ElOUnnJnQ0LalQjo0opLh7vaztXg3hActFzYYk7AsmG8tbLQzE0b31Z61thgWU538DIOHkefeFOoWv7p+ByuK47lnStn2y+Pnw3lrAWU85I5QBAEAQBAEAQBAEAQEOzw0fwVt5GWiqD4YHNefLbx8oY8b7FGrW0Z61qZc4djVW1yhLpQ3da7H7ehTmXs3qiifqzxlo8F4xY7qcMOzbxAVdUpSg+kjtLS+oXUc6Us+HWu78Rq1rJYQBAEAQHdHVvbg17gOhxHqXpSa6zXKlTlrcU+4SVT3YOe4jpcT60cmxGlCOuMUu46V5NgQBAEAQG3zezaqK52rBHdoNnSOwY3rdx6Bc9C206Uqj1EO8v6FrHOo9e7rfd+IuTNDMOChs93daj+8cMG/Abu69vVeysaVvGnr2s4rEMYrXfRXRhu39r9thLVIKgIAgCAIAgCAIAgCAIAgCA6qmmZK0ska17DgWuAIPWCsNJrJnqE5QlpReT4Ff5w6KoZLupXmF3iOu6M9R75vp6lEqWcXrjqOitOUVWn0a60lv2P4fl2leZZzLrKW+vA5zB4cfPbbjzcWjrAUOdCcNqOjtsVtbj6Z5Pc9T+/dmR9aSxCAIAgCAIAgCAkWRcyK2qtqQljD4cvc29eOLh1ArfC3qS2IrbnF7Sh9U83uWv7eLLEze0VwRWdUvM7/ABBzYx2bXecDiFMp2kVrlrObu+UVap0aK0Vv2v4X5rJ9BA2NoYxoaxosGtAAA4ADAKUklqRz8pym3KTzb3nYsnkIAgCAIAgCAIAgCAIAgCAIAgCAIDVZUzbpam5mp43OO12rZ/y22d6VrlShLaiXQvrih/bm1w6vDYRmt0VUT8WGWLoa4OH8YJ9K0ys6b2aizpcoruP1ZS7V8Zehpp9D/iVeHB0X1h/1LU7LcydDlP8Ayp+D+xhv0Qz7qiI9bXD7V5/RS3m5cpqXXB+KDNEM++oiHU1x+xP0Ut4fKal1QfijMp9D+PPq8ODYvrL/AKl6VlvZonynf7afi/sbqh0V0TMXmWXoc8NH8AB9K2xtKa26yFV5RXc/pyj2L5zJPkzN6lprcjBGwjwg0F3yzzj51vjThHYirr3txX/uTb79XhsNmvZFCAIAgCAIAgCAIAgCAIAgCAIAgCAIAgCAIAgCAIAgCAIAgCAIAgCAIAgCAIAgCA//2Q=="/>
          <p:cNvSpPr>
            <a:spLocks noChangeAspect="1" noChangeArrowheads="1"/>
          </p:cNvSpPr>
          <p:nvPr/>
        </p:nvSpPr>
        <p:spPr bwMode="auto">
          <a:xfrm>
            <a:off x="155575" y="-1881188"/>
            <a:ext cx="3924300" cy="39243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 descr="http://www.clipartbest.com/cliparts/LTK/dpd/LTKdpdMoc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8805" y="1197769"/>
            <a:ext cx="2438400" cy="2438401"/>
          </a:xfrm>
          <a:prstGeom prst="rect">
            <a:avLst/>
          </a:prstGeom>
          <a:noFill/>
        </p:spPr>
      </p:pic>
      <p:pic>
        <p:nvPicPr>
          <p:cNvPr id="3" name="Picture 2" descr="Image result for class participation chao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880" y="4038600"/>
            <a:ext cx="3100241" cy="1973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33DAE881-8B71-834B-991B-0B396407C0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0" t="23611" r="14428" b="11111"/>
          <a:stretch/>
        </p:blipFill>
        <p:spPr bwMode="auto">
          <a:xfrm>
            <a:off x="1199328" y="4076701"/>
            <a:ext cx="3695753" cy="238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057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How the course is structured?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>
                <a:latin typeface="Bookman Old Style" pitchFamily="18" charset="0"/>
              </a:rPr>
              <a:t>In-class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Focus on understanding techniques and applications</a:t>
            </a:r>
          </a:p>
          <a:p>
            <a:pPr lvl="1"/>
            <a:r>
              <a:rPr lang="en-US" dirty="0">
                <a:latin typeface="Bookman Old Style" pitchFamily="18" charset="0"/>
              </a:rPr>
              <a:t>Using relatively small-scale dataset from the book’s website</a:t>
            </a:r>
          </a:p>
          <a:p>
            <a:pPr marL="457200" lvl="1" indent="0">
              <a:buNone/>
            </a:pPr>
            <a:r>
              <a:rPr lang="en-US" dirty="0">
                <a:latin typeface="Bookman Old Style" pitchFamily="18" charset="0"/>
              </a:rPr>
              <a:t>     (</a:t>
            </a:r>
            <a:r>
              <a:rPr lang="en-US" dirty="0">
                <a:solidFill>
                  <a:schemeClr val="tx2"/>
                </a:solidFill>
                <a:latin typeface="Bookman Old Style" pitchFamily="18" charset="0"/>
                <a:hlinkClick r:id="rId2"/>
              </a:rPr>
              <a:t>www.dataminingbook.com</a:t>
            </a:r>
            <a:r>
              <a:rPr lang="en-US" dirty="0">
                <a:solidFill>
                  <a:schemeClr val="tx2"/>
                </a:solidFill>
                <a:latin typeface="Bookman Old Style" pitchFamily="18" charset="0"/>
              </a:rPr>
              <a:t>)</a:t>
            </a:r>
            <a:endParaRPr lang="en-US" dirty="0">
              <a:latin typeface="Bookman Old Style" pitchFamily="18" charset="0"/>
            </a:endParaRPr>
          </a:p>
          <a:p>
            <a:pPr lvl="1"/>
            <a:r>
              <a:rPr lang="en-US" dirty="0">
                <a:latin typeface="Bookman Old Style" pitchFamily="18" charset="0"/>
              </a:rPr>
              <a:t>Some other small-scale publicly available data</a:t>
            </a:r>
          </a:p>
          <a:p>
            <a:pPr lvl="1"/>
            <a:r>
              <a:rPr lang="en-US" dirty="0">
                <a:latin typeface="Bookman Old Style" pitchFamily="18" charset="0"/>
              </a:rPr>
              <a:t>Datasets will be uploaded on the course website as well</a:t>
            </a:r>
          </a:p>
          <a:p>
            <a:r>
              <a:rPr lang="en-US" dirty="0">
                <a:latin typeface="Bookman Old Style" pitchFamily="18" charset="0"/>
              </a:rPr>
              <a:t>Individual assignments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Practice with relatively large datasets</a:t>
            </a:r>
          </a:p>
          <a:p>
            <a:pPr lvl="1"/>
            <a:r>
              <a:rPr lang="en-US" dirty="0">
                <a:latin typeface="Bookman Old Style" pitchFamily="18" charset="0"/>
              </a:rPr>
              <a:t>Dataset from the book’s website or cases</a:t>
            </a:r>
          </a:p>
          <a:p>
            <a:pPr lvl="1"/>
            <a:r>
              <a:rPr lang="en-US" dirty="0">
                <a:latin typeface="Bookman Old Style" pitchFamily="18" charset="0"/>
              </a:rPr>
              <a:t>Other publicly available real dataset</a:t>
            </a:r>
          </a:p>
          <a:p>
            <a:r>
              <a:rPr lang="en-US" dirty="0">
                <a:latin typeface="Bookman Old Style" pitchFamily="18" charset="0"/>
              </a:rPr>
              <a:t>Tutorials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Hands-on with real dataset </a:t>
            </a:r>
          </a:p>
          <a:p>
            <a:r>
              <a:rPr lang="en-US" dirty="0">
                <a:latin typeface="Bookman Old Style" pitchFamily="18" charset="0"/>
              </a:rPr>
              <a:t>Small-group case assignments</a:t>
            </a:r>
          </a:p>
          <a:p>
            <a:pPr lvl="1"/>
            <a:r>
              <a:rPr lang="en-US" dirty="0">
                <a:latin typeface="Bookman Old Style" pitchFamily="18" charset="0"/>
              </a:rPr>
              <a:t>Example from the industry</a:t>
            </a:r>
          </a:p>
          <a:p>
            <a:pPr lvl="1"/>
            <a:r>
              <a:rPr lang="en-US" dirty="0">
                <a:latin typeface="Bookman Old Style" pitchFamily="18" charset="0"/>
              </a:rPr>
              <a:t>Real/orchestrated dataset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Semi-open-ended</a:t>
            </a:r>
          </a:p>
          <a:p>
            <a:r>
              <a:rPr lang="en-US" dirty="0">
                <a:latin typeface="Bookman Old Style" pitchFamily="18" charset="0"/>
              </a:rPr>
              <a:t>Group project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Absolutely open-ended</a:t>
            </a:r>
          </a:p>
          <a:p>
            <a:pPr lvl="1"/>
            <a:r>
              <a:rPr lang="en-US" dirty="0">
                <a:latin typeface="Bookman Old Style" pitchFamily="18" charset="0"/>
              </a:rPr>
              <a:t>Real dataset will be provided</a:t>
            </a:r>
          </a:p>
        </p:txBody>
      </p:sp>
      <p:pic>
        <p:nvPicPr>
          <p:cNvPr id="2052" name="Picture 4" descr="http://archive.ics.uci.edu/ml/assets/logo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12312" y="3505200"/>
            <a:ext cx="2603088" cy="840581"/>
          </a:xfrm>
          <a:prstGeom prst="rect">
            <a:avLst/>
          </a:prstGeom>
          <a:noFill/>
        </p:spPr>
      </p:pic>
      <p:pic>
        <p:nvPicPr>
          <p:cNvPr id="8" name="Picture 2" descr="http://www.dataminingbook.com/sites/dataminingbook.com/files/styles/mediumplus320x320/public/61-f5mlAH4L._SX349_BO1%2C204%2C203%2C200_.jpg?itok=5n3S8-mH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6681" y="1447800"/>
            <a:ext cx="1178719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mage result for bigbasket log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1953" y="4726781"/>
            <a:ext cx="214884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What is in the course?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How is this course different from Supervised Learning?</a:t>
            </a:r>
          </a:p>
        </p:txBody>
      </p:sp>
    </p:spTree>
    <p:extLst>
      <p:ext uri="{BB962C8B-B14F-4D97-AF65-F5344CB8AC3E}">
        <p14:creationId xmlns:p14="http://schemas.microsoft.com/office/powerpoint/2010/main" val="2056810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4495800"/>
            <a:ext cx="3200400" cy="2144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1905000"/>
            <a:ext cx="6863886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04800" y="457200"/>
            <a:ext cx="8534400" cy="936328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ookman Old Style" pitchFamily="18" charset="0"/>
              </a:rPr>
              <a:t>An example of Supervised Learning 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6800" y="5715000"/>
            <a:ext cx="4200541" cy="6316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ookman Old Style" pitchFamily="18" charset="0"/>
              </a:rPr>
              <a:t>Decision vs. Prediction</a:t>
            </a:r>
          </a:p>
        </p:txBody>
      </p:sp>
    </p:spTree>
    <p:extLst>
      <p:ext uri="{BB962C8B-B14F-4D97-AF65-F5344CB8AC3E}">
        <p14:creationId xmlns:p14="http://schemas.microsoft.com/office/powerpoint/2010/main" val="1205709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man Old Style" pitchFamily="18" charset="0"/>
              </a:rPr>
              <a:t>Types of Methods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1295400"/>
            <a:ext cx="4040188" cy="914400"/>
          </a:xfrm>
        </p:spPr>
        <p:txBody>
          <a:bodyPr>
            <a:normAutofit lnSpcReduction="10000"/>
          </a:bodyPr>
          <a:lstStyle/>
          <a:p>
            <a:r>
              <a:rPr lang="en-US" sz="2500" b="0" dirty="0">
                <a:latin typeface="Bookman Old Style" pitchFamily="18" charset="0"/>
              </a:rPr>
              <a:t>Supervised Learning</a:t>
            </a:r>
          </a:p>
          <a:p>
            <a:r>
              <a:rPr lang="en-US" sz="2500" b="0" dirty="0">
                <a:latin typeface="Bookman Old Style" pitchFamily="18" charset="0"/>
              </a:rPr>
              <a:t>(</a:t>
            </a:r>
            <a:r>
              <a:rPr lang="en-US" sz="2500" b="0" dirty="0">
                <a:solidFill>
                  <a:srgbClr val="FF0000"/>
                </a:solidFill>
                <a:latin typeface="Bookman Old Style" pitchFamily="18" charset="0"/>
              </a:rPr>
              <a:t>Predictive Analytics</a:t>
            </a:r>
            <a:r>
              <a:rPr lang="en-US" sz="2500" b="0" dirty="0">
                <a:latin typeface="Bookman Old Style" pitchFamily="18" charset="0"/>
              </a:rPr>
              <a:t>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2174874"/>
            <a:ext cx="4572000" cy="3997325"/>
          </a:xfrm>
        </p:spPr>
        <p:txBody>
          <a:bodyPr>
            <a:noAutofit/>
          </a:bodyPr>
          <a:lstStyle/>
          <a:p>
            <a:endParaRPr lang="en-US" sz="2200" dirty="0">
              <a:latin typeface="Bookman Old Style" pitchFamily="18" charset="0"/>
            </a:endParaRPr>
          </a:p>
          <a:p>
            <a:endParaRPr lang="en-US" sz="2200" dirty="0">
              <a:latin typeface="Bookman Old Style" pitchFamily="18" charset="0"/>
            </a:endParaRPr>
          </a:p>
          <a:p>
            <a:endParaRPr lang="en-US" sz="2200" dirty="0">
              <a:latin typeface="Bookman Old Style" pitchFamily="18" charset="0"/>
            </a:endParaRPr>
          </a:p>
          <a:p>
            <a:endParaRPr lang="en-US" sz="2200" dirty="0">
              <a:latin typeface="Bookman Old Style" pitchFamily="18" charset="0"/>
            </a:endParaRPr>
          </a:p>
          <a:p>
            <a:endParaRPr lang="en-US" sz="2200" dirty="0">
              <a:latin typeface="Bookman Old Style" pitchFamily="18" charset="0"/>
            </a:endParaRPr>
          </a:p>
          <a:p>
            <a:endParaRPr lang="en-US" sz="2200" dirty="0">
              <a:latin typeface="Bookman Old Style" pitchFamily="18" charset="0"/>
            </a:endParaRPr>
          </a:p>
          <a:p>
            <a:endParaRPr lang="en-US" sz="2200" dirty="0">
              <a:latin typeface="Bookman Old Style" pitchFamily="18" charset="0"/>
            </a:endParaRPr>
          </a:p>
          <a:p>
            <a:pPr>
              <a:buNone/>
            </a:pPr>
            <a:endParaRPr lang="en-US" sz="2200" dirty="0">
              <a:latin typeface="Bookman Old Style" pitchFamily="18" charset="0"/>
            </a:endParaRPr>
          </a:p>
          <a:p>
            <a:r>
              <a:rPr lang="en-US" sz="2200" dirty="0">
                <a:latin typeface="Bookman Old Style" pitchFamily="18" charset="0"/>
              </a:rPr>
              <a:t>Prediction (numerical Y) </a:t>
            </a:r>
          </a:p>
          <a:p>
            <a:r>
              <a:rPr lang="en-US" sz="2200" dirty="0">
                <a:latin typeface="Bookman Old Style" pitchFamily="18" charset="0"/>
              </a:rPr>
              <a:t>Classification (categorical Y)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3625" y="1295400"/>
            <a:ext cx="4041775" cy="639762"/>
          </a:xfrm>
        </p:spPr>
        <p:txBody>
          <a:bodyPr>
            <a:normAutofit/>
          </a:bodyPr>
          <a:lstStyle/>
          <a:p>
            <a:r>
              <a:rPr lang="en-US" sz="2500" dirty="0">
                <a:latin typeface="Bookman Old Style" pitchFamily="18" charset="0"/>
              </a:rPr>
              <a:t>Unsupervised Learning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754312"/>
            <a:ext cx="4041775" cy="3951288"/>
          </a:xfrm>
        </p:spPr>
        <p:txBody>
          <a:bodyPr>
            <a:normAutofit/>
          </a:bodyPr>
          <a:lstStyle/>
          <a:p>
            <a:endParaRPr lang="en-US" sz="2200" dirty="0">
              <a:latin typeface="Bookman Old Style" pitchFamily="18" charset="0"/>
            </a:endParaRPr>
          </a:p>
          <a:p>
            <a:r>
              <a:rPr lang="en-US" sz="2200" dirty="0">
                <a:latin typeface="Bookman Old Style" pitchFamily="18" charset="0"/>
              </a:rPr>
              <a:t>Cluster Analysis </a:t>
            </a:r>
          </a:p>
          <a:p>
            <a:r>
              <a:rPr lang="en-US" sz="2200" dirty="0">
                <a:latin typeface="Bookman Old Style" pitchFamily="18" charset="0"/>
              </a:rPr>
              <a:t>Dimension Reduction </a:t>
            </a:r>
          </a:p>
          <a:p>
            <a:r>
              <a:rPr lang="en-US" sz="2200" dirty="0">
                <a:latin typeface="Bookman Old Style" pitchFamily="18" charset="0"/>
              </a:rPr>
              <a:t>Relationship Mining</a:t>
            </a:r>
          </a:p>
          <a:p>
            <a:r>
              <a:rPr lang="en-US" sz="2200" dirty="0">
                <a:latin typeface="Bookman Old Style" pitchFamily="18" charset="0"/>
              </a:rPr>
              <a:t>Recommender System</a:t>
            </a:r>
          </a:p>
          <a:p>
            <a:r>
              <a:rPr lang="en-US" sz="2200" dirty="0">
                <a:latin typeface="Bookman Old Style" pitchFamily="18" charset="0"/>
              </a:rPr>
              <a:t>Network Analysis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2476500"/>
            <a:ext cx="3600450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/>
        </p:nvCxnSpPr>
        <p:spPr>
          <a:xfrm>
            <a:off x="4648200" y="1371600"/>
            <a:ext cx="0" cy="502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114800" y="609600"/>
            <a:ext cx="5029200" cy="586740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 dirty="0">
              <a:solidFill>
                <a:sysClr val="windowText" lastClr="000000"/>
              </a:solidFill>
              <a:latin typeface="Bookman Old Style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34000" y="2057400"/>
            <a:ext cx="3505199" cy="949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Discover insightful structures in the data</a:t>
            </a:r>
          </a:p>
        </p:txBody>
      </p:sp>
      <p:sp>
        <p:nvSpPr>
          <p:cNvPr id="8" name="Rectangular Callout 7"/>
          <p:cNvSpPr/>
          <p:nvPr/>
        </p:nvSpPr>
        <p:spPr>
          <a:xfrm>
            <a:off x="7696201" y="5638800"/>
            <a:ext cx="1371599" cy="1066800"/>
          </a:xfrm>
          <a:prstGeom prst="wedgeRectCallout">
            <a:avLst>
              <a:gd name="adj1" fmla="val -91389"/>
              <a:gd name="adj2" fmla="val -689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latin typeface="Bookman Old Style" panose="02050604050505020204" pitchFamily="18" charset="0"/>
              </a:rPr>
              <a:t>This course</a:t>
            </a:r>
          </a:p>
        </p:txBody>
      </p:sp>
    </p:spTree>
    <p:extLst>
      <p:ext uri="{BB962C8B-B14F-4D97-AF65-F5344CB8AC3E}">
        <p14:creationId xmlns:p14="http://schemas.microsoft.com/office/powerpoint/2010/main" val="3274192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Bookman Old Style" panose="02050604050505020204" pitchFamily="18" charset="0"/>
              </a:rPr>
              <a:t>Discovering structure in the data</a:t>
            </a:r>
          </a:p>
        </p:txBody>
      </p:sp>
      <p:sp>
        <p:nvSpPr>
          <p:cNvPr id="2" name="Oval 1"/>
          <p:cNvSpPr/>
          <p:nvPr/>
        </p:nvSpPr>
        <p:spPr>
          <a:xfrm>
            <a:off x="1295400" y="1981200"/>
            <a:ext cx="6019800" cy="4114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900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Deriving insights/ structure in the data</a:t>
            </a:r>
          </a:p>
        </p:txBody>
      </p:sp>
      <p:sp>
        <p:nvSpPr>
          <p:cNvPr id="3" name="Oval 2"/>
          <p:cNvSpPr/>
          <p:nvPr/>
        </p:nvSpPr>
        <p:spPr>
          <a:xfrm>
            <a:off x="3733800" y="3810000"/>
            <a:ext cx="3200400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Visualization</a:t>
            </a:r>
          </a:p>
        </p:txBody>
      </p:sp>
    </p:spTree>
    <p:extLst>
      <p:ext uri="{BB962C8B-B14F-4D97-AF65-F5344CB8AC3E}">
        <p14:creationId xmlns:p14="http://schemas.microsoft.com/office/powerpoint/2010/main" val="827522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381001"/>
            <a:ext cx="8382000" cy="19811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dirty="0">
                <a:latin typeface="Bookman Old Style" pitchFamily="18" charset="0"/>
              </a:rPr>
              <a:t>We’ll also discuss a few applications on c</a:t>
            </a:r>
            <a:r>
              <a:rPr lang="en-US" dirty="0">
                <a:latin typeface="Bookman Old Style" pitchFamily="18" charset="0"/>
              </a:rPr>
              <a:t>omplementarities of supervised &amp; unsupervised learning methods</a:t>
            </a:r>
            <a:endParaRPr lang="en-US" dirty="0"/>
          </a:p>
        </p:txBody>
      </p:sp>
      <p:grpSp>
        <p:nvGrpSpPr>
          <p:cNvPr id="2" name="Group 6"/>
          <p:cNvGrpSpPr/>
          <p:nvPr/>
        </p:nvGrpSpPr>
        <p:grpSpPr>
          <a:xfrm>
            <a:off x="228600" y="2438400"/>
            <a:ext cx="8686800" cy="4343400"/>
            <a:chOff x="228600" y="2032000"/>
            <a:chExt cx="8686800" cy="4749800"/>
          </a:xfrm>
        </p:grpSpPr>
        <p:pic>
          <p:nvPicPr>
            <p:cNvPr id="31746" name="Picture 2" descr="http://www.weddingcardshoppe.com/Wedding_Symbols/Cocktail_Symbols/cocktail-symbol-5.gif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28600" y="2336797"/>
              <a:ext cx="5715000" cy="4445003"/>
            </a:xfrm>
            <a:prstGeom prst="rect">
              <a:avLst/>
            </a:prstGeom>
            <a:noFill/>
          </p:spPr>
        </p:pic>
        <p:graphicFrame>
          <p:nvGraphicFramePr>
            <p:cNvPr id="5" name="Diagram 4"/>
            <p:cNvGraphicFramePr/>
            <p:nvPr>
              <p:extLst>
                <p:ext uri="{D42A27DB-BD31-4B8C-83A1-F6EECF244321}">
                  <p14:modId xmlns:p14="http://schemas.microsoft.com/office/powerpoint/2010/main" val="2343158764"/>
                </p:ext>
              </p:extLst>
            </p:nvPr>
          </p:nvGraphicFramePr>
          <p:xfrm>
            <a:off x="2819400" y="2032000"/>
            <a:ext cx="6096000" cy="40640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56225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Bookman Old Style" pitchFamily="18" charset="0"/>
              </a:rPr>
              <a:t>What is OUTSIDE the scope of this class although relevant to what we do:</a:t>
            </a:r>
          </a:p>
        </p:txBody>
      </p:sp>
      <p:sp>
        <p:nvSpPr>
          <p:cNvPr id="25" name="Content Placeholder 24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Bookman Old Style" pitchFamily="18" charset="0"/>
              </a:rPr>
              <a:t>Scale―Big Data (</a:t>
            </a:r>
            <a:r>
              <a:rPr lang="en-US" i="1" dirty="0">
                <a:latin typeface="Bookman Old Style" pitchFamily="18" charset="0"/>
              </a:rPr>
              <a:t>e.g., analyzing unstructured data like text mining, dealing with streaming data with time-critical applications, parallel storage and computing, etc.</a:t>
            </a:r>
            <a:r>
              <a:rPr lang="en-US" dirty="0">
                <a:latin typeface="Bookman Old Style" pitchFamily="18" charset="0"/>
              </a:rPr>
              <a:t>)</a:t>
            </a:r>
          </a:p>
          <a:p>
            <a:r>
              <a:rPr lang="en-US" dirty="0">
                <a:latin typeface="Bookman Old Style" pitchFamily="18" charset="0"/>
              </a:rPr>
              <a:t>Programming</a:t>
            </a:r>
          </a:p>
          <a:p>
            <a:r>
              <a:rPr lang="en-US" dirty="0">
                <a:latin typeface="Bookman Old Style" pitchFamily="18" charset="0"/>
              </a:rPr>
              <a:t>Exclusive focus on applications or a particular domain</a:t>
            </a:r>
          </a:p>
          <a:p>
            <a:pPr lvl="1"/>
            <a:r>
              <a:rPr lang="en-US" dirty="0">
                <a:latin typeface="Bookman Old Style" pitchFamily="18" charset="0"/>
              </a:rPr>
              <a:t>Plan is do an appropriate mix of tools and applications, and not applications or tools alone</a:t>
            </a:r>
          </a:p>
        </p:txBody>
      </p:sp>
    </p:spTree>
    <p:extLst>
      <p:ext uri="{BB962C8B-B14F-4D97-AF65-F5344CB8AC3E}">
        <p14:creationId xmlns:p14="http://schemas.microsoft.com/office/powerpoint/2010/main" val="3843339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ookman Old Style" pitchFamily="18" charset="0"/>
              </a:rPr>
              <a:t>Please note before we dive into the course in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Bookman Old Style" pitchFamily="18" charset="0"/>
              </a:rPr>
              <a:t>Go over the course outline</a:t>
            </a:r>
          </a:p>
          <a:p>
            <a:r>
              <a:rPr lang="en-US" dirty="0">
                <a:latin typeface="Bookman Old Style" pitchFamily="18" charset="0"/>
              </a:rPr>
              <a:t>Read assigned cases &amp; articles as scheduled</a:t>
            </a:r>
          </a:p>
          <a:p>
            <a:r>
              <a:rPr lang="en-US" dirty="0">
                <a:latin typeface="Bookman Old Style" pitchFamily="18" charset="0"/>
              </a:rPr>
              <a:t>Have Tableau and R installed</a:t>
            </a:r>
          </a:p>
          <a:p>
            <a:r>
              <a:rPr lang="en-US" dirty="0">
                <a:latin typeface="Bookman Old Style" pitchFamily="18" charset="0"/>
              </a:rPr>
              <a:t>Download course materials from the course website before the class starts</a:t>
            </a:r>
          </a:p>
          <a:p>
            <a:r>
              <a:rPr lang="en-US" dirty="0">
                <a:latin typeface="Bookman Old Style" pitchFamily="18" charset="0"/>
              </a:rPr>
              <a:t>Create an account on the publisher’s website (</a:t>
            </a:r>
            <a:r>
              <a:rPr lang="en-US" dirty="0">
                <a:solidFill>
                  <a:schemeClr val="tx2"/>
                </a:solidFill>
                <a:latin typeface="Bookman Old Style" pitchFamily="18" charset="0"/>
                <a:hlinkClick r:id="rId2"/>
              </a:rPr>
              <a:t>www.dataminingbook.com</a:t>
            </a:r>
            <a:r>
              <a:rPr lang="en-US" dirty="0">
                <a:latin typeface="Bookman Old Style" pitchFamily="18" charset="0"/>
              </a:rPr>
              <a:t>)</a:t>
            </a:r>
          </a:p>
          <a:p>
            <a:r>
              <a:rPr lang="en-US" dirty="0">
                <a:latin typeface="Bookman Old Style" pitchFamily="18" charset="0"/>
              </a:rPr>
              <a:t>Bring your laptop to the class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Bookman Old Style" pitchFamily="18" charset="0"/>
              </a:rPr>
              <a:t>Textbook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5965" y="5618480"/>
            <a:ext cx="5638800" cy="1066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Bookman Old Style" pitchFamily="18" charset="0"/>
              </a:rPr>
              <a:t>You may create a free account to download data and try out the examples given in the book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  <a:latin typeface="Bookman Old Style" pitchFamily="18" charset="0"/>
              </a:rPr>
              <a:t>Publisher’s website: </a:t>
            </a:r>
            <a:r>
              <a:rPr lang="en-US" dirty="0">
                <a:solidFill>
                  <a:sysClr val="windowText" lastClr="000000"/>
                </a:solidFill>
                <a:latin typeface="Bookman Old Style" pitchFamily="18" charset="0"/>
                <a:hlinkClick r:id="rId3"/>
              </a:rPr>
              <a:t>www.dataminingbook.com</a:t>
            </a:r>
            <a:endParaRPr lang="en-US" dirty="0">
              <a:solidFill>
                <a:sysClr val="windowText" lastClr="000000"/>
              </a:solidFill>
              <a:latin typeface="Bookman Old Style" pitchFamily="18" charset="0"/>
            </a:endParaRPr>
          </a:p>
          <a:p>
            <a:pPr algn="ctr"/>
            <a:endParaRPr lang="en-US" dirty="0">
              <a:solidFill>
                <a:sysClr val="windowText" lastClr="000000"/>
              </a:solidFill>
              <a:latin typeface="Bookman Old Style" pitchFamily="18" charset="0"/>
            </a:endParaRPr>
          </a:p>
        </p:txBody>
      </p:sp>
      <p:pic>
        <p:nvPicPr>
          <p:cNvPr id="1026" name="Picture 2" descr="http://www.dataminingbook.com/sites/dataminingbook.com/files/styles/mediumplus320x320/public/61-f5mlAH4L._SX349_BO1%2C204%2C203%2C200_.jpg?itok=5n3S8-mH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508760"/>
            <a:ext cx="2143125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dataminingbook.com/sites/dataminingbook.com/files/styles/mediumplus320x320/public/9780470084854-us.jpg?itok=YgXL3_HK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54" y="1493520"/>
            <a:ext cx="2143125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www.dataminingbook.com/sites/dataminingbook.com/files/styles/mediumplus320x320/public/51mDxJorSJL._SX332_BO1%2C204%2C203%2C200_.jpg?itok=Cmm5BhW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825" y="1508760"/>
            <a:ext cx="203835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www.dataminingbook.com/sites/dataminingbook.com/files/styles/mediumplus320x320/public/DMBA-JMP-Cover_0.jpg?itok=AyxRqzeL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503680"/>
            <a:ext cx="21336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10" descr="Image result for check mar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12" descr="Image result for check mark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14" descr="Image result for check mark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40" name="Picture 16" descr="Image result for check mark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13" y="4419600"/>
            <a:ext cx="979487" cy="97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6" descr="Image result for check mark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438" y="4510762"/>
            <a:ext cx="979487" cy="97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252595" y="481584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OR</a:t>
            </a:r>
          </a:p>
        </p:txBody>
      </p:sp>
      <p:pic>
        <p:nvPicPr>
          <p:cNvPr id="14" name="Picture 16" descr="Image result for check mark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7696" y="4510761"/>
            <a:ext cx="979487" cy="97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72540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odeXL: Network Overview, Discovery and Exploration for Exce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97813" y="2878454"/>
            <a:ext cx="4686300" cy="542926"/>
          </a:xfrm>
          <a:prstGeom prst="rect">
            <a:avLst/>
          </a:prstGeom>
          <a:noFill/>
        </p:spPr>
      </p:pic>
      <p:pic>
        <p:nvPicPr>
          <p:cNvPr id="5" name="Picture 4" descr="https://gephi.org/wp-content/themes/gephi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40963" y="3943350"/>
            <a:ext cx="3181350" cy="952500"/>
          </a:xfrm>
          <a:prstGeom prst="rect">
            <a:avLst/>
          </a:prstGeom>
          <a:noFill/>
        </p:spPr>
      </p:pic>
      <p:pic>
        <p:nvPicPr>
          <p:cNvPr id="6" name="Picture 6" descr="http://it.fit.edu/computing/images/LSS_software/JMP_logo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63942" y="3943350"/>
            <a:ext cx="1552575" cy="1057276"/>
          </a:xfrm>
          <a:prstGeom prst="rect">
            <a:avLst/>
          </a:prstGeom>
          <a:noFill/>
        </p:spPr>
      </p:pic>
      <p:pic>
        <p:nvPicPr>
          <p:cNvPr id="7" name="Picture 10" descr="http://www.cellprofiler.org/images/logo_spotfire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4800" y="5562600"/>
            <a:ext cx="4340225" cy="993769"/>
          </a:xfrm>
          <a:prstGeom prst="rect">
            <a:avLst/>
          </a:prstGeom>
          <a:noFill/>
        </p:spPr>
      </p:pic>
      <p:pic>
        <p:nvPicPr>
          <p:cNvPr id="8" name="Picture 12" descr="Tableau Softwar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0" y="790575"/>
            <a:ext cx="4572000" cy="895351"/>
          </a:xfrm>
          <a:prstGeom prst="rect">
            <a:avLst/>
          </a:prstGeom>
          <a:noFill/>
        </p:spPr>
      </p:pic>
      <p:pic>
        <p:nvPicPr>
          <p:cNvPr id="28674" name="Picture 2" descr="http://upload.wikimedia.org/wikipedia/commons/c/c1/Rlogo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999745" y="228600"/>
            <a:ext cx="2307059" cy="1752600"/>
          </a:xfrm>
          <a:prstGeom prst="rect">
            <a:avLst/>
          </a:prstGeom>
          <a:noFill/>
        </p:spPr>
      </p:pic>
      <p:pic>
        <p:nvPicPr>
          <p:cNvPr id="28676" name="Picture 4" descr="RapidMiner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248275" y="5467349"/>
            <a:ext cx="3895725" cy="1390651"/>
          </a:xfrm>
          <a:prstGeom prst="rect">
            <a:avLst/>
          </a:prstGeom>
          <a:noFill/>
        </p:spPr>
      </p:pic>
      <p:pic>
        <p:nvPicPr>
          <p:cNvPr id="28678" name="Picture 6" descr="http://a4inside.com/wp-content/uploads/2013/02/xlminer-data-mining-excel-add-in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-152400" y="2506979"/>
            <a:ext cx="2933700" cy="914401"/>
          </a:xfrm>
          <a:prstGeom prst="rect">
            <a:avLst/>
          </a:prstGeom>
          <a:noFill/>
        </p:spPr>
      </p:pic>
      <p:cxnSp>
        <p:nvCxnSpPr>
          <p:cNvPr id="14" name="Straight Connector 13"/>
          <p:cNvCxnSpPr/>
          <p:nvPr/>
        </p:nvCxnSpPr>
        <p:spPr>
          <a:xfrm flipV="1">
            <a:off x="144517" y="251460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python™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63" y="3958590"/>
            <a:ext cx="2762250" cy="78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5.1.0.2296"/>
  <p:tag name="PPTVERSION" val="14"/>
  <p:tag name="TPOS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1378</TotalTime>
  <Words>723</Words>
  <Application>Microsoft Macintosh PowerPoint</Application>
  <PresentationFormat>On-screen Show (4:3)</PresentationFormat>
  <Paragraphs>101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Bookman Old Style</vt:lpstr>
      <vt:lpstr>Calibri</vt:lpstr>
      <vt:lpstr>Office Theme</vt:lpstr>
      <vt:lpstr>Data Mining 1 – Unsupervised Learning</vt:lpstr>
      <vt:lpstr>Course Outline &amp; Evaluation Components</vt:lpstr>
      <vt:lpstr>A word on Honor Code</vt:lpstr>
      <vt:lpstr>Online Classroom Etiquettes</vt:lpstr>
      <vt:lpstr>How the course is structured?</vt:lpstr>
      <vt:lpstr>What is in the course?</vt:lpstr>
      <vt:lpstr>PowerPoint Presentation</vt:lpstr>
      <vt:lpstr>Types of Methods</vt:lpstr>
      <vt:lpstr>Discovering structure in the data</vt:lpstr>
      <vt:lpstr>PowerPoint Presentation</vt:lpstr>
      <vt:lpstr>What is OUTSIDE the scope of this class although relevant to what we do:</vt:lpstr>
      <vt:lpstr>Please note before we dive into the course in detail</vt:lpstr>
      <vt:lpstr>PowerPoint Presentation</vt:lpstr>
      <vt:lpstr>Textbook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Hypermart data: Customer Info (~ 120,000 customers)</dc:title>
  <dc:creator>Galit</dc:creator>
  <cp:lastModifiedBy>Vandith Pamuru Subramanya Rama</cp:lastModifiedBy>
  <cp:revision>209</cp:revision>
  <cp:lastPrinted>2017-01-20T13:44:24Z</cp:lastPrinted>
  <dcterms:created xsi:type="dcterms:W3CDTF">2012-10-10T05:27:42Z</dcterms:created>
  <dcterms:modified xsi:type="dcterms:W3CDTF">2021-06-29T18:59:37Z</dcterms:modified>
</cp:coreProperties>
</file>