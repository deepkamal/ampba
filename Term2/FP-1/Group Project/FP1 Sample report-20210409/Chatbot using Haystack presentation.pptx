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4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8288000" cy="11430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3" autoAdjust="0"/>
    <p:restoredTop sz="94660"/>
  </p:normalViewPr>
  <p:slideViewPr>
    <p:cSldViewPr snapToGrid="0">
      <p:cViewPr varScale="1">
        <p:scale>
          <a:sx n="74" d="100"/>
          <a:sy n="74" d="100"/>
        </p:scale>
        <p:origin x="6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870605"/>
            <a:ext cx="13716000" cy="3979333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6003397"/>
            <a:ext cx="13716000" cy="275960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EFD21-7CBC-4986-9F47-9246E453BD16}" type="datetimeFigureOut">
              <a:rPr lang="en-IN" smtClean="0"/>
              <a:t>08/04/21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665AF-4485-4E9B-A215-49A96CFE3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5475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EFD21-7CBC-4986-9F47-9246E453BD16}" type="datetimeFigureOut">
              <a:rPr lang="en-IN" smtClean="0"/>
              <a:t>08/04/21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665AF-4485-4E9B-A215-49A96CFE3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0489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2849564"/>
            <a:ext cx="15773400" cy="4754562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7649106"/>
            <a:ext cx="15773400" cy="2500312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EFD21-7CBC-4986-9F47-9246E453BD16}" type="datetimeFigureOut">
              <a:rPr lang="en-IN" smtClean="0"/>
              <a:t>08/04/21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665AF-4485-4E9B-A215-49A96CFE3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1846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3042708"/>
            <a:ext cx="7772400" cy="72522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3042708"/>
            <a:ext cx="7772400" cy="72522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EFD21-7CBC-4986-9F47-9246E453BD16}" type="datetimeFigureOut">
              <a:rPr lang="en-IN" smtClean="0"/>
              <a:t>08/04/21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665AF-4485-4E9B-A215-49A96CFE3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0530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608542"/>
            <a:ext cx="15773400" cy="22092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2801938"/>
            <a:ext cx="7736681" cy="1373187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4175125"/>
            <a:ext cx="7736681" cy="61409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801938"/>
            <a:ext cx="7774782" cy="1373187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4175125"/>
            <a:ext cx="7774782" cy="61409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EFD21-7CBC-4986-9F47-9246E453BD16}" type="datetimeFigureOut">
              <a:rPr lang="en-IN" smtClean="0"/>
              <a:t>08/04/21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665AF-4485-4E9B-A215-49A96CFE3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4158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EFD21-7CBC-4986-9F47-9246E453BD16}" type="datetimeFigureOut">
              <a:rPr lang="en-IN" smtClean="0"/>
              <a:t>08/04/21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665AF-4485-4E9B-A215-49A96CFE3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3566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EFD21-7CBC-4986-9F47-9246E453BD16}" type="datetimeFigureOut">
              <a:rPr lang="en-IN" smtClean="0"/>
              <a:t>08/04/21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665AF-4485-4E9B-A215-49A96CFE3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6183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762000"/>
            <a:ext cx="5898356" cy="26670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645709"/>
            <a:ext cx="9258300" cy="812270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429000"/>
            <a:ext cx="5898356" cy="6352647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EFD21-7CBC-4986-9F47-9246E453BD16}" type="datetimeFigureOut">
              <a:rPr lang="en-IN" smtClean="0"/>
              <a:t>08/04/21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665AF-4485-4E9B-A215-49A96CFE3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681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762000"/>
            <a:ext cx="5898356" cy="26670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1645709"/>
            <a:ext cx="9258300" cy="8122708"/>
          </a:xfrm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429000"/>
            <a:ext cx="5898356" cy="6352647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EFD21-7CBC-4986-9F47-9246E453BD16}" type="datetimeFigureOut">
              <a:rPr lang="en-IN" smtClean="0"/>
              <a:t>08/04/21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665AF-4485-4E9B-A215-49A96CFE3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7948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EFD21-7CBC-4986-9F47-9246E453BD16}" type="datetimeFigureOut">
              <a:rPr lang="en-IN" smtClean="0"/>
              <a:t>08/04/21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665AF-4485-4E9B-A215-49A96CFE3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3489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608542"/>
            <a:ext cx="3943350" cy="968639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608542"/>
            <a:ext cx="11601450" cy="96863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EFD21-7CBC-4986-9F47-9246E453BD16}" type="datetimeFigureOut">
              <a:rPr lang="en-IN" smtClean="0"/>
              <a:t>08/04/21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665AF-4485-4E9B-A215-49A96CFE3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8366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608542"/>
            <a:ext cx="15773400" cy="22092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3042708"/>
            <a:ext cx="15773400" cy="72522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10593917"/>
            <a:ext cx="4114800" cy="608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2EFD21-7CBC-4986-9F47-9246E453BD16}" type="datetimeFigureOut">
              <a:rPr lang="en-IN" smtClean="0"/>
              <a:t>08/04/21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10593917"/>
            <a:ext cx="6172200" cy="608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10593917"/>
            <a:ext cx="4114800" cy="608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8665AF-4485-4E9B-A215-49A96CFE3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1360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3E14566-A736-4723-8867-4F455DCD02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" y="714"/>
            <a:ext cx="18285714" cy="114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903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4DF00B8-99A9-4FA0-8845-F9F176DA2D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" y="714"/>
            <a:ext cx="18285714" cy="114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417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8895596-955B-48A6-8227-D9BE15AC6E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" y="714"/>
            <a:ext cx="18285714" cy="114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601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B92343-A422-4F76-8A68-4244D56701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" y="714"/>
            <a:ext cx="18285714" cy="114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285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D1AF71A-98AE-4D8F-B1D8-C811F4B610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" y="714"/>
            <a:ext cx="18285714" cy="114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154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7EED7B-3104-456A-96AB-84F1C66D53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" y="714"/>
            <a:ext cx="18285714" cy="114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671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F58706A-2B12-4778-AD3F-C5CCC12D3B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" y="714"/>
            <a:ext cx="18285714" cy="114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570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2898C1C-CAE6-4FA0-B57D-F5C406BFE1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" y="714"/>
            <a:ext cx="18285714" cy="114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6487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F5C257-40D9-45B4-9E50-34A619ACE4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" y="714"/>
            <a:ext cx="18285714" cy="114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900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2D78996-C316-48D3-909D-B46DD422CE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" y="714"/>
            <a:ext cx="18285714" cy="114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5893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B2F1F4C-BE37-4E5C-9F9D-9B91C4CC00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" y="714"/>
            <a:ext cx="18285714" cy="114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2859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5452717-33BB-4160-BEBE-DF61AFCCA5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" y="714"/>
            <a:ext cx="18285714" cy="114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760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461FFD-BC3E-4F7B-8A45-FECA0D6845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" y="714"/>
            <a:ext cx="18285714" cy="114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7861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62DFA81-50C4-4D24-9407-7AB2954C56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" y="714"/>
            <a:ext cx="18285714" cy="114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1748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A84D125-8DB2-472B-B373-E90CE1366E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" y="714"/>
            <a:ext cx="18285714" cy="114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1964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CEF2476-FA93-49FC-95E0-1434A75C40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" y="714"/>
            <a:ext cx="18285714" cy="114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7955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062CBAC-95B2-4538-9905-C3FEB9F489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" y="714"/>
            <a:ext cx="18285714" cy="114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9111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35462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</TotalTime>
  <Words>0</Words>
  <Application>Microsoft Macintosh PowerPoint</Application>
  <PresentationFormat>Custom</PresentationFormat>
  <Paragraphs>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Saurav Gupta</dc:creator>
  <cp:lastModifiedBy>Bharani Kumar D</cp:lastModifiedBy>
  <cp:revision>3</cp:revision>
  <dcterms:created xsi:type="dcterms:W3CDTF">2021-04-06T05:26:30Z</dcterms:created>
  <dcterms:modified xsi:type="dcterms:W3CDTF">2021-04-08T14:45:01Z</dcterms:modified>
</cp:coreProperties>
</file>