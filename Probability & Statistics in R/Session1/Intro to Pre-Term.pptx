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4" autoAdjust="0"/>
    <p:restoredTop sz="50067" autoAdjust="0"/>
  </p:normalViewPr>
  <p:slideViewPr>
    <p:cSldViewPr>
      <p:cViewPr varScale="1">
        <p:scale>
          <a:sx n="128" d="100"/>
          <a:sy n="128" d="100"/>
        </p:scale>
        <p:origin x="16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62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7A0C9-AC92-4FAC-BD5B-F3D5A90FE2CE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48088-C448-4527-9EE6-6B7899C772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3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4BA63B9-540E-47BD-B0A4-7712FBF7E8C5}" type="datetimeFigureOut">
              <a:rPr lang="en-IN" smtClean="0"/>
              <a:pPr/>
              <a:t>09/02/20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1F7C633-129D-47C7-B3E6-F1E52800839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 to Pre-Term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55576" y="3429000"/>
            <a:ext cx="7772400" cy="1752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Peeyush Taori</a:t>
            </a:r>
          </a:p>
          <a:p>
            <a:r>
              <a:rPr lang="en-IN" sz="2400" dirty="0"/>
              <a:t>London Business School, Indian School of Business 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56792"/>
            <a:ext cx="8503920" cy="4572000"/>
          </a:xfrm>
        </p:spPr>
        <p:txBody>
          <a:bodyPr/>
          <a:lstStyle/>
          <a:p>
            <a:r>
              <a:rPr lang="en-US" dirty="0"/>
              <a:t>Welcome to AMPBA </a:t>
            </a:r>
          </a:p>
          <a:p>
            <a:endParaRPr lang="en-US" dirty="0"/>
          </a:p>
          <a:p>
            <a:r>
              <a:rPr lang="en-US" dirty="0"/>
              <a:t>One of the most extensive and rewarding course you will undertake</a:t>
            </a:r>
          </a:p>
          <a:p>
            <a:endParaRPr lang="en-US" dirty="0"/>
          </a:p>
          <a:p>
            <a:r>
              <a:rPr lang="en-US" dirty="0"/>
              <a:t>Pre-term: </a:t>
            </a:r>
            <a:r>
              <a:rPr lang="en-GB" dirty="0"/>
              <a:t>Jumpstart your journey towards business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Pre-Term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Diverse batch</a:t>
            </a:r>
          </a:p>
          <a:p>
            <a:pPr lvl="1"/>
            <a:r>
              <a:rPr lang="en-US" dirty="0"/>
              <a:t>Different backgrounds – Engineers, MBA, PMs</a:t>
            </a:r>
            <a:r>
              <a:rPr lang="is-IS" dirty="0"/>
              <a:t>…</a:t>
            </a:r>
          </a:p>
          <a:p>
            <a:pPr lvl="1"/>
            <a:r>
              <a:rPr lang="is-IS" dirty="0"/>
              <a:t>Varied work ex </a:t>
            </a:r>
            <a:r>
              <a:rPr lang="en-US" dirty="0"/>
              <a:t>–</a:t>
            </a:r>
            <a:r>
              <a:rPr lang="is-IS" dirty="0"/>
              <a:t> 3 to 20+ years</a:t>
            </a:r>
          </a:p>
          <a:p>
            <a:pPr lvl="1"/>
            <a:r>
              <a:rPr lang="is-IS" dirty="0"/>
              <a:t>Most of us joining academics after a long time</a:t>
            </a:r>
          </a:p>
          <a:p>
            <a:pPr lvl="1"/>
            <a:endParaRPr lang="is-IS" dirty="0"/>
          </a:p>
          <a:p>
            <a:r>
              <a:rPr lang="is-IS" dirty="0"/>
              <a:t>CBA courses requires concept knowledge in Stats, Programming, and Databases from Day 1</a:t>
            </a:r>
          </a:p>
          <a:p>
            <a:endParaRPr lang="is-IS" dirty="0"/>
          </a:p>
          <a:p>
            <a:r>
              <a:rPr lang="is-IS" dirty="0"/>
              <a:t>Designed to bring everyone to a common platform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0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/>
          <a:lstStyle/>
          <a:p>
            <a:r>
              <a:rPr lang="en-GB" dirty="0"/>
              <a:t>Comprises of two mini-courses</a:t>
            </a:r>
          </a:p>
          <a:p>
            <a:pPr lvl="1"/>
            <a:r>
              <a:rPr lang="en-GB" dirty="0"/>
              <a:t>Probability and Statistics using R</a:t>
            </a:r>
          </a:p>
          <a:p>
            <a:pPr lvl="1"/>
            <a:r>
              <a:rPr lang="en-GB" dirty="0"/>
              <a:t>Data analysis using Python</a:t>
            </a:r>
          </a:p>
          <a:p>
            <a:r>
              <a:rPr lang="en-GB" dirty="0"/>
              <a:t>11 sessions : (7+4)</a:t>
            </a:r>
          </a:p>
          <a:p>
            <a:pPr lvl="1"/>
            <a:r>
              <a:rPr lang="en-GB" dirty="0"/>
              <a:t>Runs from 9 Feb </a:t>
            </a:r>
            <a:r>
              <a:rPr lang="en-US" dirty="0"/>
              <a:t>–</a:t>
            </a:r>
            <a:r>
              <a:rPr lang="en-GB" dirty="0"/>
              <a:t> March end</a:t>
            </a:r>
          </a:p>
          <a:p>
            <a:r>
              <a:rPr lang="en-GB" dirty="0"/>
              <a:t>Graded</a:t>
            </a:r>
          </a:p>
          <a:p>
            <a:pPr lvl="1"/>
            <a:r>
              <a:rPr lang="en-GB" dirty="0"/>
              <a:t>It is important to pass pre-term before advancing to Term 1</a:t>
            </a:r>
          </a:p>
          <a:p>
            <a:pPr lvl="1"/>
            <a:r>
              <a:rPr lang="en-GB" dirty="0"/>
              <a:t>One assignment each for two mini courses</a:t>
            </a:r>
          </a:p>
          <a:p>
            <a:pPr lvl="1"/>
            <a:r>
              <a:rPr lang="en-GB" dirty="0"/>
              <a:t>Final Exam for Probability and Statistics course (April 11??)</a:t>
            </a:r>
          </a:p>
          <a:p>
            <a:pPr lvl="1"/>
            <a:r>
              <a:rPr lang="en-GB" dirty="0"/>
              <a:t>Final Exam for second course (April 12??)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63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How would pre-term help you?</a:t>
            </a:r>
          </a:p>
          <a:p>
            <a:pPr lvl="1"/>
            <a:r>
              <a:rPr lang="en-GB" dirty="0"/>
              <a:t>Python and R de-facto languages in world of Business Analytics (Data Mining, Machine Learning, Big Data Management)</a:t>
            </a:r>
          </a:p>
          <a:p>
            <a:pPr lvl="1"/>
            <a:r>
              <a:rPr lang="en-GB" dirty="0"/>
              <a:t>Probability &amp; Statistics </a:t>
            </a:r>
            <a:r>
              <a:rPr lang="en-US" dirty="0"/>
              <a:t>–</a:t>
            </a:r>
            <a:r>
              <a:rPr lang="en-GB" dirty="0"/>
              <a:t> Foundation on which future courses build upon (Statistical Analysis, Optimization, Simulation, Machine Learning, Text Analytics)</a:t>
            </a:r>
          </a:p>
        </p:txBody>
      </p:sp>
    </p:spTree>
    <p:extLst>
      <p:ext uri="{BB962C8B-B14F-4D97-AF65-F5344CB8AC3E}">
        <p14:creationId xmlns:p14="http://schemas.microsoft.com/office/powerpoint/2010/main" val="281896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Topic Introduction</a:t>
            </a:r>
          </a:p>
          <a:p>
            <a:pPr lvl="1"/>
            <a:r>
              <a:rPr lang="en-US" sz="2400" dirty="0"/>
              <a:t>Motivation and Real Life Context</a:t>
            </a:r>
          </a:p>
          <a:p>
            <a:pPr lvl="1"/>
            <a:r>
              <a:rPr lang="en-US" sz="2400" dirty="0"/>
              <a:t>Conceptual Understanding</a:t>
            </a:r>
          </a:p>
          <a:p>
            <a:pPr lvl="1"/>
            <a:r>
              <a:rPr lang="en-US" sz="2400" dirty="0"/>
              <a:t>API and Data Types</a:t>
            </a:r>
          </a:p>
          <a:p>
            <a:pPr lvl="1"/>
            <a:r>
              <a:rPr lang="en-US" sz="2400" dirty="0"/>
              <a:t>Toy Example</a:t>
            </a:r>
          </a:p>
          <a:p>
            <a:pPr lvl="1"/>
            <a:r>
              <a:rPr lang="en-US" sz="2400" dirty="0"/>
              <a:t>Practice Exercises</a:t>
            </a:r>
          </a:p>
          <a:p>
            <a:pPr lvl="1"/>
            <a:endParaRPr lang="en-US" sz="2400" dirty="0"/>
          </a:p>
          <a:p>
            <a:r>
              <a:rPr lang="en-US" sz="2900" dirty="0"/>
              <a:t>Material</a:t>
            </a:r>
          </a:p>
          <a:p>
            <a:pPr lvl="1"/>
            <a:r>
              <a:rPr lang="en-US" sz="2400" dirty="0"/>
              <a:t>Slides, Practice problems (solved and unsolved) on LMS</a:t>
            </a:r>
          </a:p>
          <a:p>
            <a:pPr lvl="1"/>
            <a:r>
              <a:rPr lang="en-US" sz="2400" dirty="0"/>
              <a:t>Additional Readings posted on LMS regularly</a:t>
            </a:r>
          </a:p>
        </p:txBody>
      </p:sp>
    </p:spTree>
    <p:extLst>
      <p:ext uri="{BB962C8B-B14F-4D97-AF65-F5344CB8AC3E}">
        <p14:creationId xmlns:p14="http://schemas.microsoft.com/office/powerpoint/2010/main" val="680228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4468</TotalTime>
  <Words>245</Words>
  <Application>Microsoft Macintosh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Georgia</vt:lpstr>
      <vt:lpstr>Wingdings</vt:lpstr>
      <vt:lpstr>Wingdings 2</vt:lpstr>
      <vt:lpstr>Civic</vt:lpstr>
      <vt:lpstr>Introduction to Pre-Term</vt:lpstr>
      <vt:lpstr>PowerPoint Presentation</vt:lpstr>
      <vt:lpstr>Why Pre-Term</vt:lpstr>
      <vt:lpstr>Structure</vt:lpstr>
      <vt:lpstr>Structure</vt:lpstr>
      <vt:lpstr>Learning Philosophy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</dc:title>
  <dc:creator>Suyog Daga</dc:creator>
  <cp:lastModifiedBy>Peeyush Taori</cp:lastModifiedBy>
  <cp:revision>187</cp:revision>
  <dcterms:created xsi:type="dcterms:W3CDTF">2016-05-30T20:29:22Z</dcterms:created>
  <dcterms:modified xsi:type="dcterms:W3CDTF">2020-02-09T12:58:09Z</dcterms:modified>
</cp:coreProperties>
</file>